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00"/>
    <a:srgbClr val="0000FF"/>
    <a:srgbClr val="000000"/>
    <a:srgbClr val="00B0F0"/>
    <a:srgbClr val="009900"/>
    <a:srgbClr val="FF0000"/>
    <a:srgbClr val="9966FF"/>
    <a:srgbClr val="D86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D850C-2A8A-FCC0-DF24-3B11B0083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EAA5B-8654-E6F3-7E42-2F2DCEE6E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7D7A8-FE87-74F3-D930-27013806A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7F37F-D893-AD20-4482-A00D9012D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9A996-5153-251F-0884-1F8F2BBA0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57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7D71-02AA-4810-BBBC-1850D9632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D90B2-B024-5C56-DF31-1FC96E735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B0314-D7A2-A74F-B448-66C5F1B7E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B21B1-50B3-79C6-5ED8-D0A4041FF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D81C9-0ABC-7501-DC3B-CD056E06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5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DCB8-0A35-3600-ADBE-4A0BACD71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F9AC4-2346-8065-C095-AC8D1072A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5BDB7-D3C3-213A-397A-34A943EA1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D7F0C-4F15-8560-7A47-AAC281CA5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3207B-4C5C-C901-68F7-602336E0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912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6AACB-7010-207E-ECDA-85687725E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00644-A97B-5C67-64AD-3D83433DE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4AD6D-9871-E534-901F-97C1F0EA3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3F03A-64E6-4AAF-8AA7-F474F7F45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84FDD-7F89-1C85-FDEA-C4FF5D7C7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DC05E-B96C-D21D-C7E4-CF7D09BCF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83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C28B5-5B6A-4611-35F4-429A8406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64766-A183-36C3-3AD5-E92C5DF39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AFC043-EFC2-C342-1FD6-C364A12FD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55B928-DB3A-6926-87C4-AE4F79EF47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87B50-8796-AA24-CD3C-407572D8FE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63388C-2813-8CB2-23B3-419D07C50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15BD19-4656-24BF-E1B3-6D79BC075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DC5D2-C25C-C789-4D82-8F52C0732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87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E5E50-A2E2-11AE-A82B-A12DE9374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E2D097-2EB7-1C91-DB69-B01D64842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656793-20B3-1436-DE46-CAB3F6DFB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6A82ED-4917-8B28-8BDB-2FB8CD39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CB03AC-DC88-3771-1A84-36F96D67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5F0543-90EC-6660-2099-FED290B88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BE2EF-F28B-DF82-C738-F65F3ADC3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38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89F8E-B7B5-B1A8-14D8-4F177DCC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AF33D-1495-7FE1-01C5-2DBB5CC37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C4245B-F96C-3216-5031-0398D4C53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AC269-1643-38EF-755D-C71262E55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E38A1-AA84-78E4-7F33-8F4F10C54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1FB0D-DAB8-9D98-5D68-8F5420519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22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62B7F-BEA7-A94F-481F-182748EE8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0F962B-E4B0-01D9-C6D0-AB94B4E876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EDCF1E-6C94-6602-3B8B-6C2E73F5B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5752A-55F6-E190-E630-86B178F8A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A3B30-4170-45F4-48AD-02DE4F79E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F1C1F-DC33-01C1-8FD7-A7D3039E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77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C0B91-7531-1042-1DED-E1A33434E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5E7C0C-8B83-55E8-34DB-D358EDF41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12BD4-A02C-CF48-822E-AFED395BC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90ED1-46CF-41CE-105D-015F26B6F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6795B-8A07-162D-FCFA-EF73DDA5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12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8A80F8-5A7C-5829-0EF1-B6C0953B2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3EAB6A-60A5-CF6B-5DB1-15B56764B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8C77E-0D9F-AAED-3E51-942665426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F076-E2AF-478E-AC00-4EBFD33DEBD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7E612-2DFC-65A4-F9DB-8E95A64C9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E0ACD-4B19-A0F9-8381-FA827D98E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6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DB5779-3E7B-5908-A779-C0FED0F20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02258-2E53-230E-D8DD-FF5069A3D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63E93-731A-5A50-F6BC-7ADA1A51A5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E1F076-E2AF-478E-AC00-4EBFD33DEBD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3E829-7A2E-A61A-090E-5D7BC0A77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430B5-2232-0913-A986-A40031F3E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9AABC-93D3-4F51-AD3E-4BC93F7E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295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AA1713F-B3BD-B873-E3A6-521A8226EBDA}"/>
              </a:ext>
            </a:extLst>
          </p:cNvPr>
          <p:cNvSpPr/>
          <p:nvPr/>
        </p:nvSpPr>
        <p:spPr>
          <a:xfrm>
            <a:off x="6358926" y="1117914"/>
            <a:ext cx="2124546" cy="246888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E282C9-C85E-3EE8-A98A-4A7563444569}"/>
              </a:ext>
            </a:extLst>
          </p:cNvPr>
          <p:cNvSpPr/>
          <p:nvPr/>
        </p:nvSpPr>
        <p:spPr>
          <a:xfrm>
            <a:off x="322167" y="1117914"/>
            <a:ext cx="2124546" cy="246888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oup of orange circles&#10;&#10;Description automatically generated">
            <a:extLst>
              <a:ext uri="{FF2B5EF4-FFF2-40B4-BE49-F238E27FC236}">
                <a16:creationId xmlns:a16="http://schemas.microsoft.com/office/drawing/2014/main" id="{BFDAAA04-4A2B-B5AB-B6FD-54EBCAFABE42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" t="-3" r="-789" b="-976"/>
          <a:stretch>
            <a:fillRect/>
          </a:stretch>
        </p:blipFill>
        <p:spPr>
          <a:xfrm rot="16200000" flipV="1">
            <a:off x="7976055" y="1971817"/>
            <a:ext cx="5121630" cy="3125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DF468A-CB0E-4CAA-8FBE-BAEFF174B4E8}"/>
              </a:ext>
            </a:extLst>
          </p:cNvPr>
          <p:cNvSpPr txBox="1"/>
          <p:nvPr/>
        </p:nvSpPr>
        <p:spPr>
          <a:xfrm>
            <a:off x="9497778" y="6064389"/>
            <a:ext cx="2056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Tissue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3645B5-24C4-D5E4-9689-24D0D533DC50}"/>
              </a:ext>
            </a:extLst>
          </p:cNvPr>
          <p:cNvSpPr/>
          <p:nvPr/>
        </p:nvSpPr>
        <p:spPr>
          <a:xfrm>
            <a:off x="255180" y="1073223"/>
            <a:ext cx="8261493" cy="4963349"/>
          </a:xfrm>
          <a:prstGeom prst="rect">
            <a:avLst/>
          </a:prstGeom>
          <a:noFill/>
          <a:ln w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5A605D2-A1BB-88FD-A472-CA78638C09D8}"/>
              </a:ext>
            </a:extLst>
          </p:cNvPr>
          <p:cNvSpPr/>
          <p:nvPr/>
        </p:nvSpPr>
        <p:spPr>
          <a:xfrm flipH="1">
            <a:off x="6691641" y="1670926"/>
            <a:ext cx="1371600" cy="1371600"/>
          </a:xfrm>
          <a:prstGeom prst="ellipse">
            <a:avLst/>
          </a:prstGeom>
          <a:solidFill>
            <a:srgbClr val="9966FF">
              <a:alpha val="30196"/>
            </a:srgbClr>
          </a:solidFill>
          <a:ln w="76200">
            <a:solidFill>
              <a:srgbClr val="99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D2DCCF5-E8D6-AFCB-D802-441A11159797}"/>
              </a:ext>
            </a:extLst>
          </p:cNvPr>
          <p:cNvSpPr/>
          <p:nvPr/>
        </p:nvSpPr>
        <p:spPr>
          <a:xfrm flipH="1">
            <a:off x="2091777" y="4189077"/>
            <a:ext cx="1143000" cy="1143000"/>
          </a:xfrm>
          <a:prstGeom prst="ellipse">
            <a:avLst/>
          </a:prstGeom>
          <a:solidFill>
            <a:srgbClr val="00B0F0">
              <a:alpha val="30196"/>
            </a:srgbClr>
          </a:solidFill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0FC9027-DCD9-F2B5-E39F-6FF1F71C8FC5}"/>
              </a:ext>
            </a:extLst>
          </p:cNvPr>
          <p:cNvSpPr/>
          <p:nvPr/>
        </p:nvSpPr>
        <p:spPr>
          <a:xfrm flipH="1">
            <a:off x="5011662" y="1899526"/>
            <a:ext cx="914400" cy="914400"/>
          </a:xfrm>
          <a:prstGeom prst="ellipse">
            <a:avLst/>
          </a:prstGeom>
          <a:solidFill>
            <a:srgbClr val="0000FF">
              <a:alpha val="30196"/>
            </a:srgbClr>
          </a:solidFill>
          <a:ln w="762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25326FA-D7B1-D4C9-0B12-CD9D562A22B5}"/>
              </a:ext>
            </a:extLst>
          </p:cNvPr>
          <p:cNvSpPr>
            <a:spLocks/>
          </p:cNvSpPr>
          <p:nvPr/>
        </p:nvSpPr>
        <p:spPr>
          <a:xfrm flipH="1">
            <a:off x="4658117" y="4417677"/>
            <a:ext cx="685800" cy="685800"/>
          </a:xfrm>
          <a:prstGeom prst="ellipse">
            <a:avLst/>
          </a:prstGeom>
          <a:solidFill>
            <a:schemeClr val="accent6">
              <a:lumMod val="75000"/>
              <a:alpha val="30196"/>
            </a:schemeClr>
          </a:solidFill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D7FF520-212E-F065-A642-373F52CB0C9B}"/>
              </a:ext>
            </a:extLst>
          </p:cNvPr>
          <p:cNvSpPr>
            <a:spLocks noChangeAspect="1"/>
          </p:cNvSpPr>
          <p:nvPr/>
        </p:nvSpPr>
        <p:spPr>
          <a:xfrm flipH="1">
            <a:off x="3407563" y="2128126"/>
            <a:ext cx="457200" cy="457200"/>
          </a:xfrm>
          <a:prstGeom prst="ellipse">
            <a:avLst/>
          </a:prstGeom>
          <a:solidFill>
            <a:srgbClr val="996600">
              <a:alpha val="30196"/>
            </a:srgbClr>
          </a:solidFill>
          <a:ln w="76200">
            <a:solidFill>
              <a:srgbClr val="99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82BCD6B-F8A1-5EFD-6182-650CDA9B7931}"/>
              </a:ext>
            </a:extLst>
          </p:cNvPr>
          <p:cNvSpPr>
            <a:spLocks noChangeAspect="1"/>
          </p:cNvSpPr>
          <p:nvPr/>
        </p:nvSpPr>
        <p:spPr>
          <a:xfrm flipH="1">
            <a:off x="6705597" y="4646277"/>
            <a:ext cx="228600" cy="228600"/>
          </a:xfrm>
          <a:prstGeom prst="ellipse">
            <a:avLst/>
          </a:prstGeom>
          <a:solidFill>
            <a:schemeClr val="accent2">
              <a:lumMod val="75000"/>
              <a:alpha val="30196"/>
            </a:schemeClr>
          </a:solidFill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D8C7BDA-C2A8-BD60-D641-DE36C3E3EE16}"/>
              </a:ext>
            </a:extLst>
          </p:cNvPr>
          <p:cNvSpPr>
            <a:spLocks noChangeAspect="1"/>
          </p:cNvSpPr>
          <p:nvPr/>
        </p:nvSpPr>
        <p:spPr>
          <a:xfrm flipH="1">
            <a:off x="1689514" y="2333866"/>
            <a:ext cx="45720" cy="45720"/>
          </a:xfrm>
          <a:prstGeom prst="ellipse">
            <a:avLst/>
          </a:prstGeom>
          <a:solidFill>
            <a:srgbClr val="FF0000">
              <a:alpha val="30196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9F1CB-E369-04A9-7999-9A4F8E4DB0D6}"/>
              </a:ext>
            </a:extLst>
          </p:cNvPr>
          <p:cNvSpPr txBox="1"/>
          <p:nvPr/>
        </p:nvSpPr>
        <p:spPr>
          <a:xfrm>
            <a:off x="3078027" y="6064389"/>
            <a:ext cx="2056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2C3F11-90D2-6115-4CF8-C6AAF04C6042}"/>
              </a:ext>
            </a:extLst>
          </p:cNvPr>
          <p:cNvSpPr txBox="1"/>
          <p:nvPr/>
        </p:nvSpPr>
        <p:spPr>
          <a:xfrm>
            <a:off x="66958" y="3226189"/>
            <a:ext cx="2643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 mirror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CF79054-942B-203C-0C9A-2273D6E25142}"/>
              </a:ext>
            </a:extLst>
          </p:cNvPr>
          <p:cNvSpPr/>
          <p:nvPr/>
        </p:nvSpPr>
        <p:spPr>
          <a:xfrm flipH="1">
            <a:off x="6428972" y="1395603"/>
            <a:ext cx="1371600" cy="1371600"/>
          </a:xfrm>
          <a:prstGeom prst="ellipse">
            <a:avLst/>
          </a:prstGeom>
          <a:solidFill>
            <a:srgbClr val="9966FF">
              <a:alpha val="30196"/>
            </a:srgbClr>
          </a:solidFill>
          <a:ln w="38100">
            <a:solidFill>
              <a:srgbClr val="9966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39BF762-0D42-F170-9E8E-8D252C755FF3}"/>
              </a:ext>
            </a:extLst>
          </p:cNvPr>
          <p:cNvSpPr/>
          <p:nvPr/>
        </p:nvSpPr>
        <p:spPr>
          <a:xfrm flipH="1">
            <a:off x="1819583" y="3913754"/>
            <a:ext cx="1143000" cy="1143000"/>
          </a:xfrm>
          <a:prstGeom prst="ellipse">
            <a:avLst/>
          </a:prstGeom>
          <a:solidFill>
            <a:srgbClr val="00B0F0">
              <a:alpha val="30196"/>
            </a:srgbClr>
          </a:solidFill>
          <a:ln w="38100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35EFFB7-961E-E172-95F5-A8551BFBD74D}"/>
              </a:ext>
            </a:extLst>
          </p:cNvPr>
          <p:cNvSpPr/>
          <p:nvPr/>
        </p:nvSpPr>
        <p:spPr>
          <a:xfrm flipH="1">
            <a:off x="4739468" y="1624203"/>
            <a:ext cx="914400" cy="914400"/>
          </a:xfrm>
          <a:prstGeom prst="ellipse">
            <a:avLst/>
          </a:prstGeom>
          <a:solidFill>
            <a:srgbClr val="0000FF">
              <a:alpha val="30196"/>
            </a:srgbClr>
          </a:solidFill>
          <a:ln w="381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2953A48-7233-4250-0FA0-37CBFE057E7D}"/>
              </a:ext>
            </a:extLst>
          </p:cNvPr>
          <p:cNvSpPr>
            <a:spLocks/>
          </p:cNvSpPr>
          <p:nvPr/>
        </p:nvSpPr>
        <p:spPr>
          <a:xfrm flipH="1">
            <a:off x="4385923" y="4142354"/>
            <a:ext cx="685800" cy="685800"/>
          </a:xfrm>
          <a:prstGeom prst="ellipse">
            <a:avLst/>
          </a:prstGeom>
          <a:solidFill>
            <a:schemeClr val="accent6">
              <a:lumMod val="75000"/>
              <a:alpha val="30196"/>
            </a:schemeClr>
          </a:solidFill>
          <a:ln w="38100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1AF4F08-472C-C513-50E8-4A657D950256}"/>
              </a:ext>
            </a:extLst>
          </p:cNvPr>
          <p:cNvSpPr>
            <a:spLocks noChangeAspect="1"/>
          </p:cNvSpPr>
          <p:nvPr/>
        </p:nvSpPr>
        <p:spPr>
          <a:xfrm flipH="1">
            <a:off x="3135369" y="1852803"/>
            <a:ext cx="457200" cy="457200"/>
          </a:xfrm>
          <a:prstGeom prst="ellipse">
            <a:avLst/>
          </a:prstGeom>
          <a:solidFill>
            <a:srgbClr val="996600">
              <a:alpha val="30196"/>
            </a:srgbClr>
          </a:solidFill>
          <a:ln w="38100">
            <a:solidFill>
              <a:srgbClr val="9966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59F8585-A63F-73C7-4FD5-3ECAF53DED67}"/>
              </a:ext>
            </a:extLst>
          </p:cNvPr>
          <p:cNvSpPr>
            <a:spLocks noChangeAspect="1"/>
          </p:cNvSpPr>
          <p:nvPr/>
        </p:nvSpPr>
        <p:spPr>
          <a:xfrm flipH="1">
            <a:off x="6433403" y="4370954"/>
            <a:ext cx="228600" cy="228600"/>
          </a:xfrm>
          <a:prstGeom prst="ellipse">
            <a:avLst/>
          </a:prstGeom>
          <a:solidFill>
            <a:schemeClr val="accent2">
              <a:lumMod val="75000"/>
              <a:alpha val="30196"/>
            </a:schemeClr>
          </a:solidFill>
          <a:ln w="3810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BF56ECD-A323-6744-1C23-135B520BB57B}"/>
              </a:ext>
            </a:extLst>
          </p:cNvPr>
          <p:cNvSpPr>
            <a:spLocks noChangeAspect="1"/>
          </p:cNvSpPr>
          <p:nvPr/>
        </p:nvSpPr>
        <p:spPr>
          <a:xfrm flipH="1">
            <a:off x="1417320" y="2058543"/>
            <a:ext cx="45720" cy="45720"/>
          </a:xfrm>
          <a:prstGeom prst="ellipse">
            <a:avLst/>
          </a:pr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4ED2714-D574-9D1C-DF36-A4EC738DC846}"/>
              </a:ext>
            </a:extLst>
          </p:cNvPr>
          <p:cNvSpPr/>
          <p:nvPr/>
        </p:nvSpPr>
        <p:spPr>
          <a:xfrm flipH="1">
            <a:off x="6457547" y="1971675"/>
            <a:ext cx="1371600" cy="1371600"/>
          </a:xfrm>
          <a:prstGeom prst="ellipse">
            <a:avLst/>
          </a:prstGeom>
          <a:solidFill>
            <a:srgbClr val="9966FF">
              <a:alpha val="30196"/>
            </a:srgbClr>
          </a:solidFill>
          <a:ln w="38100">
            <a:solidFill>
              <a:srgbClr val="9966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D4EBE44-CC3F-ECBA-0209-827CF337806E}"/>
              </a:ext>
            </a:extLst>
          </p:cNvPr>
          <p:cNvSpPr/>
          <p:nvPr/>
        </p:nvSpPr>
        <p:spPr>
          <a:xfrm flipH="1">
            <a:off x="1819583" y="4489826"/>
            <a:ext cx="1143000" cy="1143000"/>
          </a:xfrm>
          <a:prstGeom prst="ellipse">
            <a:avLst/>
          </a:prstGeom>
          <a:solidFill>
            <a:srgbClr val="00B0F0">
              <a:alpha val="30196"/>
            </a:srgbClr>
          </a:solidFill>
          <a:ln w="38100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3C8C4EE-BE4F-238D-29E8-791EAF4577D5}"/>
              </a:ext>
            </a:extLst>
          </p:cNvPr>
          <p:cNvSpPr/>
          <p:nvPr/>
        </p:nvSpPr>
        <p:spPr>
          <a:xfrm flipH="1">
            <a:off x="4739468" y="2200275"/>
            <a:ext cx="914400" cy="914400"/>
          </a:xfrm>
          <a:prstGeom prst="ellipse">
            <a:avLst/>
          </a:prstGeom>
          <a:solidFill>
            <a:srgbClr val="0000FF">
              <a:alpha val="30196"/>
            </a:srgbClr>
          </a:solidFill>
          <a:ln w="381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411E2A6-C4DD-FCFB-4F15-1DB4EB56E6DD}"/>
              </a:ext>
            </a:extLst>
          </p:cNvPr>
          <p:cNvSpPr>
            <a:spLocks/>
          </p:cNvSpPr>
          <p:nvPr/>
        </p:nvSpPr>
        <p:spPr>
          <a:xfrm flipH="1">
            <a:off x="4385923" y="4718426"/>
            <a:ext cx="685800" cy="685800"/>
          </a:xfrm>
          <a:prstGeom prst="ellipse">
            <a:avLst/>
          </a:prstGeom>
          <a:solidFill>
            <a:schemeClr val="accent6">
              <a:lumMod val="75000"/>
              <a:alpha val="30196"/>
            </a:schemeClr>
          </a:solidFill>
          <a:ln w="38100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61DE50C-AAB4-8E27-7637-5D8795A21BFF}"/>
              </a:ext>
            </a:extLst>
          </p:cNvPr>
          <p:cNvSpPr>
            <a:spLocks noChangeAspect="1"/>
          </p:cNvSpPr>
          <p:nvPr/>
        </p:nvSpPr>
        <p:spPr>
          <a:xfrm flipH="1">
            <a:off x="3135369" y="2428875"/>
            <a:ext cx="457200" cy="457200"/>
          </a:xfrm>
          <a:prstGeom prst="ellipse">
            <a:avLst/>
          </a:prstGeom>
          <a:solidFill>
            <a:srgbClr val="996600">
              <a:alpha val="30196"/>
            </a:srgbClr>
          </a:solidFill>
          <a:ln w="38100">
            <a:solidFill>
              <a:srgbClr val="9966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6DE7CE0-1471-DEB4-8294-4612E408A7FB}"/>
              </a:ext>
            </a:extLst>
          </p:cNvPr>
          <p:cNvSpPr>
            <a:spLocks noChangeAspect="1"/>
          </p:cNvSpPr>
          <p:nvPr/>
        </p:nvSpPr>
        <p:spPr>
          <a:xfrm flipH="1">
            <a:off x="6433403" y="4947026"/>
            <a:ext cx="228600" cy="228600"/>
          </a:xfrm>
          <a:prstGeom prst="ellipse">
            <a:avLst/>
          </a:prstGeom>
          <a:solidFill>
            <a:schemeClr val="accent2">
              <a:lumMod val="75000"/>
              <a:alpha val="30196"/>
            </a:schemeClr>
          </a:solidFill>
          <a:ln w="3810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A2FC9C8-AC8D-0804-2F10-4C66B11FA464}"/>
              </a:ext>
            </a:extLst>
          </p:cNvPr>
          <p:cNvSpPr>
            <a:spLocks noChangeAspect="1"/>
          </p:cNvSpPr>
          <p:nvPr/>
        </p:nvSpPr>
        <p:spPr>
          <a:xfrm flipH="1">
            <a:off x="1417320" y="2634615"/>
            <a:ext cx="45720" cy="45720"/>
          </a:xfrm>
          <a:prstGeom prst="ellipse">
            <a:avLst/>
          </a:pr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BCDBAE6-EF26-12C6-1FE5-3129EAA5083F}"/>
              </a:ext>
            </a:extLst>
          </p:cNvPr>
          <p:cNvSpPr/>
          <p:nvPr/>
        </p:nvSpPr>
        <p:spPr>
          <a:xfrm flipH="1">
            <a:off x="7017309" y="1399144"/>
            <a:ext cx="1371600" cy="1371600"/>
          </a:xfrm>
          <a:prstGeom prst="ellipse">
            <a:avLst/>
          </a:prstGeom>
          <a:solidFill>
            <a:srgbClr val="9966FF">
              <a:alpha val="30196"/>
            </a:srgbClr>
          </a:solidFill>
          <a:ln w="38100">
            <a:solidFill>
              <a:srgbClr val="9966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5F6D4AB-4A72-1EAA-6A06-A813C4741313}"/>
              </a:ext>
            </a:extLst>
          </p:cNvPr>
          <p:cNvSpPr/>
          <p:nvPr/>
        </p:nvSpPr>
        <p:spPr>
          <a:xfrm flipH="1">
            <a:off x="2407920" y="3917295"/>
            <a:ext cx="1143000" cy="1143000"/>
          </a:xfrm>
          <a:prstGeom prst="ellipse">
            <a:avLst/>
          </a:prstGeom>
          <a:solidFill>
            <a:srgbClr val="00B0F0">
              <a:alpha val="30196"/>
            </a:srgbClr>
          </a:solidFill>
          <a:ln w="38100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E2B8BFE-903A-8A25-7A1E-43E4A7A179C5}"/>
              </a:ext>
            </a:extLst>
          </p:cNvPr>
          <p:cNvSpPr/>
          <p:nvPr/>
        </p:nvSpPr>
        <p:spPr>
          <a:xfrm flipH="1">
            <a:off x="5327805" y="1627744"/>
            <a:ext cx="914400" cy="914400"/>
          </a:xfrm>
          <a:prstGeom prst="ellipse">
            <a:avLst/>
          </a:prstGeom>
          <a:solidFill>
            <a:srgbClr val="0000FF">
              <a:alpha val="30196"/>
            </a:srgbClr>
          </a:solidFill>
          <a:ln w="381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0766961-8B42-C7BD-D860-2CC50316995A}"/>
              </a:ext>
            </a:extLst>
          </p:cNvPr>
          <p:cNvSpPr>
            <a:spLocks/>
          </p:cNvSpPr>
          <p:nvPr/>
        </p:nvSpPr>
        <p:spPr>
          <a:xfrm flipH="1">
            <a:off x="4974260" y="4145895"/>
            <a:ext cx="685800" cy="685800"/>
          </a:xfrm>
          <a:prstGeom prst="ellipse">
            <a:avLst/>
          </a:prstGeom>
          <a:solidFill>
            <a:schemeClr val="accent6">
              <a:lumMod val="75000"/>
              <a:alpha val="30196"/>
            </a:schemeClr>
          </a:solidFill>
          <a:ln w="38100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43B73F4-1689-3354-6060-0B1F0DCEC6B3}"/>
              </a:ext>
            </a:extLst>
          </p:cNvPr>
          <p:cNvSpPr>
            <a:spLocks noChangeAspect="1"/>
          </p:cNvSpPr>
          <p:nvPr/>
        </p:nvSpPr>
        <p:spPr>
          <a:xfrm flipH="1">
            <a:off x="3723706" y="1856344"/>
            <a:ext cx="457200" cy="457200"/>
          </a:xfrm>
          <a:prstGeom prst="ellipse">
            <a:avLst/>
          </a:prstGeom>
          <a:solidFill>
            <a:srgbClr val="996600">
              <a:alpha val="30196"/>
            </a:srgbClr>
          </a:solidFill>
          <a:ln w="38100">
            <a:solidFill>
              <a:srgbClr val="9966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48D57E2-9144-8CDD-2BC5-98386E59D96A}"/>
              </a:ext>
            </a:extLst>
          </p:cNvPr>
          <p:cNvSpPr>
            <a:spLocks noChangeAspect="1"/>
          </p:cNvSpPr>
          <p:nvPr/>
        </p:nvSpPr>
        <p:spPr>
          <a:xfrm flipH="1">
            <a:off x="7021740" y="4374495"/>
            <a:ext cx="228600" cy="228600"/>
          </a:xfrm>
          <a:prstGeom prst="ellipse">
            <a:avLst/>
          </a:prstGeom>
          <a:solidFill>
            <a:schemeClr val="accent2">
              <a:lumMod val="75000"/>
              <a:alpha val="30196"/>
            </a:schemeClr>
          </a:solidFill>
          <a:ln w="3810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A495DD2-B322-E194-C4E2-13A9ABB128CA}"/>
              </a:ext>
            </a:extLst>
          </p:cNvPr>
          <p:cNvSpPr>
            <a:spLocks noChangeAspect="1"/>
          </p:cNvSpPr>
          <p:nvPr/>
        </p:nvSpPr>
        <p:spPr>
          <a:xfrm flipH="1">
            <a:off x="2005657" y="2062084"/>
            <a:ext cx="45720" cy="45720"/>
          </a:xfrm>
          <a:prstGeom prst="ellipse">
            <a:avLst/>
          </a:pr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CC4B7CE-D1A2-F973-1574-91313BCCC3ED}"/>
              </a:ext>
            </a:extLst>
          </p:cNvPr>
          <p:cNvSpPr/>
          <p:nvPr/>
        </p:nvSpPr>
        <p:spPr>
          <a:xfrm flipH="1">
            <a:off x="7017309" y="1975216"/>
            <a:ext cx="1371600" cy="1371600"/>
          </a:xfrm>
          <a:prstGeom prst="ellipse">
            <a:avLst/>
          </a:prstGeom>
          <a:solidFill>
            <a:srgbClr val="9966FF">
              <a:alpha val="30196"/>
            </a:srgbClr>
          </a:solidFill>
          <a:ln w="38100">
            <a:solidFill>
              <a:srgbClr val="9966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5A342EF-21FD-CC6E-6627-DC3E2FDC7948}"/>
              </a:ext>
            </a:extLst>
          </p:cNvPr>
          <p:cNvSpPr/>
          <p:nvPr/>
        </p:nvSpPr>
        <p:spPr>
          <a:xfrm flipH="1">
            <a:off x="2407920" y="4493367"/>
            <a:ext cx="1143000" cy="1143000"/>
          </a:xfrm>
          <a:prstGeom prst="ellipse">
            <a:avLst/>
          </a:prstGeom>
          <a:solidFill>
            <a:srgbClr val="00B0F0">
              <a:alpha val="30196"/>
            </a:srgbClr>
          </a:solidFill>
          <a:ln w="38100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219711A-F061-D188-070A-4582027D4A84}"/>
              </a:ext>
            </a:extLst>
          </p:cNvPr>
          <p:cNvSpPr/>
          <p:nvPr/>
        </p:nvSpPr>
        <p:spPr>
          <a:xfrm flipH="1">
            <a:off x="5327805" y="2203816"/>
            <a:ext cx="914400" cy="914400"/>
          </a:xfrm>
          <a:prstGeom prst="ellipse">
            <a:avLst/>
          </a:prstGeom>
          <a:solidFill>
            <a:srgbClr val="0000FF">
              <a:alpha val="30196"/>
            </a:srgbClr>
          </a:solidFill>
          <a:ln w="381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C6EA85D-96CD-C3D6-4545-0DDAE334E473}"/>
              </a:ext>
            </a:extLst>
          </p:cNvPr>
          <p:cNvSpPr>
            <a:spLocks/>
          </p:cNvSpPr>
          <p:nvPr/>
        </p:nvSpPr>
        <p:spPr>
          <a:xfrm flipH="1">
            <a:off x="4974260" y="4721967"/>
            <a:ext cx="685800" cy="685800"/>
          </a:xfrm>
          <a:prstGeom prst="ellipse">
            <a:avLst/>
          </a:prstGeom>
          <a:solidFill>
            <a:schemeClr val="accent6">
              <a:lumMod val="75000"/>
              <a:alpha val="30196"/>
            </a:schemeClr>
          </a:solidFill>
          <a:ln w="38100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B3402B3-57A1-48D4-AC9B-0CD5BD3B14A7}"/>
              </a:ext>
            </a:extLst>
          </p:cNvPr>
          <p:cNvSpPr>
            <a:spLocks noChangeAspect="1"/>
          </p:cNvSpPr>
          <p:nvPr/>
        </p:nvSpPr>
        <p:spPr>
          <a:xfrm flipH="1">
            <a:off x="3723706" y="2432416"/>
            <a:ext cx="457200" cy="457200"/>
          </a:xfrm>
          <a:prstGeom prst="ellipse">
            <a:avLst/>
          </a:prstGeom>
          <a:solidFill>
            <a:srgbClr val="996600">
              <a:alpha val="30196"/>
            </a:srgbClr>
          </a:solidFill>
          <a:ln w="38100">
            <a:solidFill>
              <a:srgbClr val="9966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068755F-E624-6156-E31C-343B506D8DB2}"/>
              </a:ext>
            </a:extLst>
          </p:cNvPr>
          <p:cNvSpPr>
            <a:spLocks noChangeAspect="1"/>
          </p:cNvSpPr>
          <p:nvPr/>
        </p:nvSpPr>
        <p:spPr>
          <a:xfrm flipH="1">
            <a:off x="7021740" y="4950567"/>
            <a:ext cx="228600" cy="228600"/>
          </a:xfrm>
          <a:prstGeom prst="ellipse">
            <a:avLst/>
          </a:prstGeom>
          <a:solidFill>
            <a:schemeClr val="accent2">
              <a:lumMod val="75000"/>
              <a:alpha val="30196"/>
            </a:schemeClr>
          </a:solidFill>
          <a:ln w="3810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EAAFD08-7ABF-A733-AF5A-A5022B078CBB}"/>
              </a:ext>
            </a:extLst>
          </p:cNvPr>
          <p:cNvSpPr>
            <a:spLocks noChangeAspect="1"/>
          </p:cNvSpPr>
          <p:nvPr/>
        </p:nvSpPr>
        <p:spPr>
          <a:xfrm flipH="1">
            <a:off x="2005657" y="2638156"/>
            <a:ext cx="45720" cy="45720"/>
          </a:xfrm>
          <a:prstGeom prst="ellipse">
            <a:avLst/>
          </a:pr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6B8EC7-2745-C82D-9445-4E49ED1975E6}"/>
              </a:ext>
            </a:extLst>
          </p:cNvPr>
          <p:cNvSpPr txBox="1"/>
          <p:nvPr/>
        </p:nvSpPr>
        <p:spPr>
          <a:xfrm>
            <a:off x="6085157" y="3226189"/>
            <a:ext cx="2643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Entrance mirror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19F9497-DAB0-531C-FB70-B4A894F68A9A}"/>
              </a:ext>
            </a:extLst>
          </p:cNvPr>
          <p:cNvSpPr txBox="1"/>
          <p:nvPr/>
        </p:nvSpPr>
        <p:spPr>
          <a:xfrm>
            <a:off x="92146" y="-1038"/>
            <a:ext cx="20556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Entrance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4EA3ABA-ACF6-5249-D799-A893534417FD}"/>
              </a:ext>
            </a:extLst>
          </p:cNvPr>
          <p:cNvSpPr txBox="1"/>
          <p:nvPr/>
        </p:nvSpPr>
        <p:spPr>
          <a:xfrm>
            <a:off x="2590507" y="-1038"/>
            <a:ext cx="20556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Bounce 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FD8B805-8502-8035-6269-98ED90AD8800}"/>
              </a:ext>
            </a:extLst>
          </p:cNvPr>
          <p:cNvSpPr txBox="1"/>
          <p:nvPr/>
        </p:nvSpPr>
        <p:spPr>
          <a:xfrm>
            <a:off x="5155543" y="-1038"/>
            <a:ext cx="20556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Bounce 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2BF00F9-E687-5D57-405E-DA18384C8992}"/>
              </a:ext>
            </a:extLst>
          </p:cNvPr>
          <p:cNvSpPr txBox="1"/>
          <p:nvPr/>
        </p:nvSpPr>
        <p:spPr>
          <a:xfrm>
            <a:off x="7758678" y="-1038"/>
            <a:ext cx="20556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Bounce 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E16D6EE-3E6A-7123-5500-821B214A8157}"/>
              </a:ext>
            </a:extLst>
          </p:cNvPr>
          <p:cNvSpPr txBox="1"/>
          <p:nvPr/>
        </p:nvSpPr>
        <p:spPr>
          <a:xfrm>
            <a:off x="92146" y="458748"/>
            <a:ext cx="20556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Bounce 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1EB5F80-1A2B-9858-B1E4-FAA6B764F8DF}"/>
              </a:ext>
            </a:extLst>
          </p:cNvPr>
          <p:cNvSpPr txBox="1"/>
          <p:nvPr/>
        </p:nvSpPr>
        <p:spPr>
          <a:xfrm>
            <a:off x="5155543" y="458748"/>
            <a:ext cx="20556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A8A76EB-70E2-F2D1-6D2B-35B8605BD887}"/>
              </a:ext>
            </a:extLst>
          </p:cNvPr>
          <p:cNvCxnSpPr>
            <a:cxnSpLocks/>
          </p:cNvCxnSpPr>
          <p:nvPr/>
        </p:nvCxnSpPr>
        <p:spPr>
          <a:xfrm flipH="1" flipV="1">
            <a:off x="1450169" y="262359"/>
            <a:ext cx="589892" cy="3265"/>
          </a:xfrm>
          <a:prstGeom prst="line">
            <a:avLst/>
          </a:prstGeom>
          <a:ln w="76200">
            <a:solidFill>
              <a:srgbClr val="9966F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D888B2C-7852-2AB7-B923-8518C12D3AF1}"/>
              </a:ext>
            </a:extLst>
          </p:cNvPr>
          <p:cNvCxnSpPr>
            <a:cxnSpLocks/>
          </p:cNvCxnSpPr>
          <p:nvPr/>
        </p:nvCxnSpPr>
        <p:spPr>
          <a:xfrm flipH="1" flipV="1">
            <a:off x="3933543" y="262359"/>
            <a:ext cx="589892" cy="3265"/>
          </a:xfrm>
          <a:prstGeom prst="line">
            <a:avLst/>
          </a:prstGeom>
          <a:ln w="76200">
            <a:solidFill>
              <a:srgbClr val="00B0F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C86FC77-6B70-5754-C4D6-45BC8A947101}"/>
              </a:ext>
            </a:extLst>
          </p:cNvPr>
          <p:cNvCxnSpPr>
            <a:cxnSpLocks/>
          </p:cNvCxnSpPr>
          <p:nvPr/>
        </p:nvCxnSpPr>
        <p:spPr>
          <a:xfrm flipH="1" flipV="1">
            <a:off x="6556167" y="262359"/>
            <a:ext cx="589892" cy="3265"/>
          </a:xfrm>
          <a:prstGeom prst="line">
            <a:avLst/>
          </a:prstGeom>
          <a:ln w="76200">
            <a:solidFill>
              <a:srgbClr val="0000F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8EC826A-7B99-796B-06A0-66446FFCA4AE}"/>
              </a:ext>
            </a:extLst>
          </p:cNvPr>
          <p:cNvCxnSpPr>
            <a:cxnSpLocks/>
          </p:cNvCxnSpPr>
          <p:nvPr/>
        </p:nvCxnSpPr>
        <p:spPr>
          <a:xfrm flipH="1" flipV="1">
            <a:off x="9116977" y="262359"/>
            <a:ext cx="589892" cy="3265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440CE4F-E0A6-337C-EC49-35D212843388}"/>
              </a:ext>
            </a:extLst>
          </p:cNvPr>
          <p:cNvCxnSpPr>
            <a:cxnSpLocks/>
          </p:cNvCxnSpPr>
          <p:nvPr/>
        </p:nvCxnSpPr>
        <p:spPr>
          <a:xfrm flipH="1" flipV="1">
            <a:off x="1443744" y="707943"/>
            <a:ext cx="589892" cy="3265"/>
          </a:xfrm>
          <a:prstGeom prst="line">
            <a:avLst/>
          </a:prstGeom>
          <a:ln w="76200">
            <a:solidFill>
              <a:srgbClr val="9966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9BDC1DB-8B5A-8FB9-D7C7-46471CA421A3}"/>
              </a:ext>
            </a:extLst>
          </p:cNvPr>
          <p:cNvCxnSpPr>
            <a:cxnSpLocks/>
          </p:cNvCxnSpPr>
          <p:nvPr/>
        </p:nvCxnSpPr>
        <p:spPr>
          <a:xfrm flipH="1" flipV="1">
            <a:off x="3933543" y="707943"/>
            <a:ext cx="589892" cy="3265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D87AC5CB-FD83-6B75-A045-8A1D25F1601E}"/>
              </a:ext>
            </a:extLst>
          </p:cNvPr>
          <p:cNvSpPr txBox="1"/>
          <p:nvPr/>
        </p:nvSpPr>
        <p:spPr>
          <a:xfrm>
            <a:off x="2590507" y="458748"/>
            <a:ext cx="18386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Bounce 5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1639B15-C812-3E58-B609-74034FC63E97}"/>
              </a:ext>
            </a:extLst>
          </p:cNvPr>
          <p:cNvCxnSpPr>
            <a:cxnSpLocks/>
          </p:cNvCxnSpPr>
          <p:nvPr/>
        </p:nvCxnSpPr>
        <p:spPr>
          <a:xfrm flipH="1" flipV="1">
            <a:off x="5825801" y="707943"/>
            <a:ext cx="589892" cy="3265"/>
          </a:xfrm>
          <a:prstGeom prst="line">
            <a:avLst/>
          </a:prstGeom>
          <a:ln w="76200"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E9DF216-1846-98CF-5302-D8970E6707FB}"/>
              </a:ext>
            </a:extLst>
          </p:cNvPr>
          <p:cNvCxnSpPr>
            <a:cxnSpLocks/>
          </p:cNvCxnSpPr>
          <p:nvPr/>
        </p:nvCxnSpPr>
        <p:spPr>
          <a:xfrm flipV="1">
            <a:off x="9297785" y="985941"/>
            <a:ext cx="0" cy="5116645"/>
          </a:xfrm>
          <a:prstGeom prst="line">
            <a:avLst/>
          </a:prstGeom>
          <a:ln w="76200">
            <a:solidFill>
              <a:srgbClr val="00B0F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A5E0190-667B-7D8D-E188-A39123F8F6C8}"/>
              </a:ext>
            </a:extLst>
          </p:cNvPr>
          <p:cNvCxnSpPr>
            <a:cxnSpLocks/>
          </p:cNvCxnSpPr>
          <p:nvPr/>
        </p:nvCxnSpPr>
        <p:spPr>
          <a:xfrm flipV="1">
            <a:off x="9750931" y="985941"/>
            <a:ext cx="0" cy="5116645"/>
          </a:xfrm>
          <a:prstGeom prst="line">
            <a:avLst/>
          </a:prstGeom>
          <a:ln w="76200">
            <a:solidFill>
              <a:srgbClr val="0000F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3E2B7CB-2B57-B5D6-375B-6592F3E56915}"/>
              </a:ext>
            </a:extLst>
          </p:cNvPr>
          <p:cNvCxnSpPr>
            <a:cxnSpLocks/>
          </p:cNvCxnSpPr>
          <p:nvPr/>
        </p:nvCxnSpPr>
        <p:spPr>
          <a:xfrm flipV="1">
            <a:off x="10204077" y="985941"/>
            <a:ext cx="0" cy="5116645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5B2F661-496C-6B8E-0FE9-C276D3572B16}"/>
              </a:ext>
            </a:extLst>
          </p:cNvPr>
          <p:cNvCxnSpPr>
            <a:cxnSpLocks/>
          </p:cNvCxnSpPr>
          <p:nvPr/>
        </p:nvCxnSpPr>
        <p:spPr>
          <a:xfrm flipV="1">
            <a:off x="10657223" y="985941"/>
            <a:ext cx="0" cy="5116645"/>
          </a:xfrm>
          <a:prstGeom prst="line">
            <a:avLst/>
          </a:prstGeom>
          <a:ln w="76200">
            <a:solidFill>
              <a:srgbClr val="9966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FEA9B14-3A6C-BC6F-039F-750DE9FF123D}"/>
              </a:ext>
            </a:extLst>
          </p:cNvPr>
          <p:cNvCxnSpPr>
            <a:cxnSpLocks/>
          </p:cNvCxnSpPr>
          <p:nvPr/>
        </p:nvCxnSpPr>
        <p:spPr>
          <a:xfrm flipV="1">
            <a:off x="11110368" y="985941"/>
            <a:ext cx="0" cy="5116645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C6FC77F-7FFE-412B-5375-D68B3F4AF2E8}"/>
              </a:ext>
            </a:extLst>
          </p:cNvPr>
          <p:cNvGrpSpPr/>
          <p:nvPr/>
        </p:nvGrpSpPr>
        <p:grpSpPr>
          <a:xfrm>
            <a:off x="9005769" y="1968388"/>
            <a:ext cx="2636874" cy="3240896"/>
            <a:chOff x="8973870" y="1639448"/>
            <a:chExt cx="2636874" cy="3240896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6899F83-9DB3-4D7C-3A3E-34FABE9035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3871" y="3243946"/>
              <a:ext cx="2636873" cy="1636398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11CBBD2-432F-4F89-06ED-70D614C5FC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3870" y="1639448"/>
              <a:ext cx="2636873" cy="1636397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40ED602-D565-522A-B767-A282049E9EF0}"/>
              </a:ext>
            </a:extLst>
          </p:cNvPr>
          <p:cNvGrpSpPr/>
          <p:nvPr/>
        </p:nvGrpSpPr>
        <p:grpSpPr>
          <a:xfrm>
            <a:off x="9005773" y="2667257"/>
            <a:ext cx="2636874" cy="3240896"/>
            <a:chOff x="8973870" y="1639448"/>
            <a:chExt cx="2636874" cy="324089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8C14E21-CD60-4FF8-ACBB-7B7D2C1C5C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3871" y="3243946"/>
              <a:ext cx="2636873" cy="1636398"/>
            </a:xfrm>
            <a:prstGeom prst="line">
              <a:avLst/>
            </a:prstGeom>
            <a:ln w="38100"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A2C4566-6222-9AFB-C7EA-C08F38B560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3870" y="1639448"/>
              <a:ext cx="2636873" cy="1636397"/>
            </a:xfrm>
            <a:prstGeom prst="line">
              <a:avLst/>
            </a:prstGeom>
            <a:ln w="38100"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FFCC1E0-88CC-19D0-B831-061E615A8616}"/>
              </a:ext>
            </a:extLst>
          </p:cNvPr>
          <p:cNvGrpSpPr/>
          <p:nvPr/>
        </p:nvGrpSpPr>
        <p:grpSpPr>
          <a:xfrm>
            <a:off x="9005768" y="1291669"/>
            <a:ext cx="2636874" cy="3240896"/>
            <a:chOff x="8973870" y="1639448"/>
            <a:chExt cx="2636874" cy="3240896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0D164CE-7537-5F6B-4500-132B296402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3871" y="3243946"/>
              <a:ext cx="2636873" cy="1636398"/>
            </a:xfrm>
            <a:prstGeom prst="line">
              <a:avLst/>
            </a:prstGeom>
            <a:ln w="38100"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470D984-3A23-5475-AF35-03A4B90919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3870" y="1639448"/>
              <a:ext cx="2636873" cy="1636397"/>
            </a:xfrm>
            <a:prstGeom prst="line">
              <a:avLst/>
            </a:prstGeom>
            <a:ln w="38100"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7B0C3BA-8F60-A169-F477-F613D9599118}"/>
              </a:ext>
            </a:extLst>
          </p:cNvPr>
          <p:cNvCxnSpPr>
            <a:cxnSpLocks/>
          </p:cNvCxnSpPr>
          <p:nvPr/>
        </p:nvCxnSpPr>
        <p:spPr>
          <a:xfrm>
            <a:off x="409575" y="5924550"/>
            <a:ext cx="7979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28EF29C-9F9D-32BD-D290-B135F05D798B}"/>
              </a:ext>
            </a:extLst>
          </p:cNvPr>
          <p:cNvSpPr txBox="1"/>
          <p:nvPr/>
        </p:nvSpPr>
        <p:spPr>
          <a:xfrm>
            <a:off x="3077275" y="5545316"/>
            <a:ext cx="2643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15.4mm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7AECF6-661C-9161-F4F3-61B5A3322850}"/>
              </a:ext>
            </a:extLst>
          </p:cNvPr>
          <p:cNvCxnSpPr>
            <a:cxnSpLocks/>
          </p:cNvCxnSpPr>
          <p:nvPr/>
        </p:nvCxnSpPr>
        <p:spPr>
          <a:xfrm rot="5400000">
            <a:off x="-1997525" y="3540892"/>
            <a:ext cx="47823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7511A06-9DE4-447E-92E8-5A9C8BA18F3F}"/>
              </a:ext>
            </a:extLst>
          </p:cNvPr>
          <p:cNvSpPr txBox="1"/>
          <p:nvPr/>
        </p:nvSpPr>
        <p:spPr>
          <a:xfrm rot="5400000">
            <a:off x="-772614" y="3877692"/>
            <a:ext cx="2643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9.6 mm</a:t>
            </a:r>
          </a:p>
        </p:txBody>
      </p:sp>
      <p:sp>
        <p:nvSpPr>
          <p:cNvPr id="2" name="Star: 7 Points 1">
            <a:extLst>
              <a:ext uri="{FF2B5EF4-FFF2-40B4-BE49-F238E27FC236}">
                <a16:creationId xmlns:a16="http://schemas.microsoft.com/office/drawing/2014/main" id="{2E55BDE0-33CC-8727-7F09-1F75E3D8E45E}"/>
              </a:ext>
            </a:extLst>
          </p:cNvPr>
          <p:cNvSpPr/>
          <p:nvPr/>
        </p:nvSpPr>
        <p:spPr>
          <a:xfrm>
            <a:off x="11577821" y="3429000"/>
            <a:ext cx="264881" cy="313351"/>
          </a:xfrm>
          <a:prstGeom prst="star7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tar: 7 Points 27">
            <a:extLst>
              <a:ext uri="{FF2B5EF4-FFF2-40B4-BE49-F238E27FC236}">
                <a16:creationId xmlns:a16="http://schemas.microsoft.com/office/drawing/2014/main" id="{D5516294-53C6-A884-DEDD-29E4A094ACAF}"/>
              </a:ext>
            </a:extLst>
          </p:cNvPr>
          <p:cNvSpPr/>
          <p:nvPr/>
        </p:nvSpPr>
        <p:spPr>
          <a:xfrm>
            <a:off x="11554683" y="4138078"/>
            <a:ext cx="264881" cy="313351"/>
          </a:xfrm>
          <a:prstGeom prst="star7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tar: 7 Points 28">
            <a:extLst>
              <a:ext uri="{FF2B5EF4-FFF2-40B4-BE49-F238E27FC236}">
                <a16:creationId xmlns:a16="http://schemas.microsoft.com/office/drawing/2014/main" id="{4FE73B59-D5A1-C6FD-397C-B54736E387C5}"/>
              </a:ext>
            </a:extLst>
          </p:cNvPr>
          <p:cNvSpPr/>
          <p:nvPr/>
        </p:nvSpPr>
        <p:spPr>
          <a:xfrm>
            <a:off x="11577820" y="2757047"/>
            <a:ext cx="264881" cy="313351"/>
          </a:xfrm>
          <a:prstGeom prst="star7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7961978-E4E7-DBA4-37EE-5EAC4C2D9375}"/>
                  </a:ext>
                </a:extLst>
              </p:cNvPr>
              <p:cNvSpPr txBox="1"/>
              <p:nvPr/>
            </p:nvSpPr>
            <p:spPr>
              <a:xfrm>
                <a:off x="9126629" y="698761"/>
                <a:ext cx="3243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7961978-E4E7-DBA4-37EE-5EAC4C2D9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6629" y="698761"/>
                <a:ext cx="324343" cy="369332"/>
              </a:xfrm>
              <a:prstGeom prst="rect">
                <a:avLst/>
              </a:prstGeom>
              <a:blipFill>
                <a:blip r:embed="rId4"/>
                <a:stretch>
                  <a:fillRect r="-2264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12F2912-21AE-B108-2C0A-BED7EA03BEF3}"/>
                  </a:ext>
                </a:extLst>
              </p:cNvPr>
              <p:cNvSpPr txBox="1"/>
              <p:nvPr/>
            </p:nvSpPr>
            <p:spPr>
              <a:xfrm>
                <a:off x="9583964" y="698761"/>
                <a:ext cx="3243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12F2912-21AE-B108-2C0A-BED7EA03B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964" y="698761"/>
                <a:ext cx="324343" cy="369332"/>
              </a:xfrm>
              <a:prstGeom prst="rect">
                <a:avLst/>
              </a:prstGeom>
              <a:blipFill>
                <a:blip r:embed="rId5"/>
                <a:stretch>
                  <a:fillRect r="-2264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40C9ACF-6106-D231-CF59-6F13917C39CB}"/>
                  </a:ext>
                </a:extLst>
              </p:cNvPr>
              <p:cNvSpPr txBox="1"/>
              <p:nvPr/>
            </p:nvSpPr>
            <p:spPr>
              <a:xfrm>
                <a:off x="10041299" y="698761"/>
                <a:ext cx="3243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40C9ACF-6106-D231-CF59-6F13917C3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1299" y="698761"/>
                <a:ext cx="324343" cy="369332"/>
              </a:xfrm>
              <a:prstGeom prst="rect">
                <a:avLst/>
              </a:prstGeom>
              <a:blipFill>
                <a:blip r:embed="rId6"/>
                <a:stretch>
                  <a:fillRect r="-2264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18F2769-84E9-F994-0C02-AF366D3E139D}"/>
                  </a:ext>
                </a:extLst>
              </p:cNvPr>
              <p:cNvSpPr txBox="1"/>
              <p:nvPr/>
            </p:nvSpPr>
            <p:spPr>
              <a:xfrm>
                <a:off x="10498634" y="698761"/>
                <a:ext cx="3243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99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9966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9966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18F2769-84E9-F994-0C02-AF366D3E1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634" y="698761"/>
                <a:ext cx="324343" cy="369332"/>
              </a:xfrm>
              <a:prstGeom prst="rect">
                <a:avLst/>
              </a:prstGeom>
              <a:blipFill>
                <a:blip r:embed="rId7"/>
                <a:stretch>
                  <a:fillRect r="-22642" b="-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91238F9-64FD-299D-D5CB-1EBA69F6DC22}"/>
                  </a:ext>
                </a:extLst>
              </p:cNvPr>
              <p:cNvSpPr txBox="1"/>
              <p:nvPr/>
            </p:nvSpPr>
            <p:spPr>
              <a:xfrm>
                <a:off x="10955970" y="698761"/>
                <a:ext cx="3243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91238F9-64FD-299D-D5CB-1EBA69F6D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5970" y="698761"/>
                <a:ext cx="324343" cy="369332"/>
              </a:xfrm>
              <a:prstGeom prst="rect">
                <a:avLst/>
              </a:prstGeom>
              <a:blipFill>
                <a:blip r:embed="rId8"/>
                <a:stretch>
                  <a:fillRect r="-22642" b="-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89685039-721C-6CF5-3553-A28D47ED16AF}"/>
              </a:ext>
            </a:extLst>
          </p:cNvPr>
          <p:cNvSpPr txBox="1"/>
          <p:nvPr/>
        </p:nvSpPr>
        <p:spPr>
          <a:xfrm>
            <a:off x="4838334" y="6450799"/>
            <a:ext cx="1893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41EE866-374A-FA85-A2D6-7FD4C6F09266}"/>
              </a:ext>
            </a:extLst>
          </p:cNvPr>
          <p:cNvCxnSpPr>
            <a:cxnSpLocks/>
          </p:cNvCxnSpPr>
          <p:nvPr/>
        </p:nvCxnSpPr>
        <p:spPr>
          <a:xfrm>
            <a:off x="8973886" y="6017522"/>
            <a:ext cx="265574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5AEB217-3C4C-6CED-8279-351E3D99BC17}"/>
              </a:ext>
            </a:extLst>
          </p:cNvPr>
          <p:cNvCxnSpPr>
            <a:cxnSpLocks/>
          </p:cNvCxnSpPr>
          <p:nvPr/>
        </p:nvCxnSpPr>
        <p:spPr>
          <a:xfrm flipV="1">
            <a:off x="11890940" y="2880255"/>
            <a:ext cx="0" cy="14630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B0AEE41-E7D3-1ADF-D11B-CF1B2F388A48}"/>
                  </a:ext>
                </a:extLst>
              </p:cNvPr>
              <p:cNvSpPr txBox="1"/>
              <p:nvPr/>
            </p:nvSpPr>
            <p:spPr>
              <a:xfrm>
                <a:off x="9174127" y="5620898"/>
                <a:ext cx="26439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250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B0AEE41-E7D3-1ADF-D11B-CF1B2F388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4127" y="5620898"/>
                <a:ext cx="2643934" cy="400110"/>
              </a:xfrm>
              <a:prstGeom prst="rect">
                <a:avLst/>
              </a:prstGeom>
              <a:blipFill>
                <a:blip r:embed="rId9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7AEF92D8-FFB2-1A61-B6F7-19AE49A287C4}"/>
                  </a:ext>
                </a:extLst>
              </p:cNvPr>
              <p:cNvSpPr txBox="1"/>
              <p:nvPr/>
            </p:nvSpPr>
            <p:spPr>
              <a:xfrm rot="5400000">
                <a:off x="11633951" y="3396798"/>
                <a:ext cx="84335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7AEF92D8-FFB2-1A61-B6F7-19AE49A28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633951" y="3396798"/>
                <a:ext cx="843355" cy="400110"/>
              </a:xfrm>
              <a:prstGeom prst="rect">
                <a:avLst/>
              </a:prstGeom>
              <a:blipFill>
                <a:blip r:embed="rId10"/>
                <a:stretch>
                  <a:fillRect l="-27692" t="-5797" r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2023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7726</TotalTime>
  <Words>33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Anat Levin</dc:creator>
  <cp:lastModifiedBy>Anat Levin</cp:lastModifiedBy>
  <cp:revision>25</cp:revision>
  <dcterms:created xsi:type="dcterms:W3CDTF">2025-11-07T23:12:30Z</dcterms:created>
  <dcterms:modified xsi:type="dcterms:W3CDTF">2025-11-15T14:35:35Z</dcterms:modified>
</cp:coreProperties>
</file>