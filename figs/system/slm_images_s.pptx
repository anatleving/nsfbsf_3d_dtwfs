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8321675" cy="3448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6" autoAdjust="0"/>
    <p:restoredTop sz="94660"/>
  </p:normalViewPr>
  <p:slideViewPr>
    <p:cSldViewPr snapToGrid="0">
      <p:cViewPr varScale="1">
        <p:scale>
          <a:sx n="239" d="100"/>
          <a:sy n="239" d="100"/>
        </p:scale>
        <p:origin x="186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210" y="564299"/>
            <a:ext cx="6241256" cy="1200432"/>
          </a:xfrm>
        </p:spPr>
        <p:txBody>
          <a:bodyPr anchor="b"/>
          <a:lstStyle>
            <a:lvl1pPr algn="ctr">
              <a:defRPr sz="30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0210" y="1811025"/>
            <a:ext cx="6241256" cy="832480"/>
          </a:xfrm>
        </p:spPr>
        <p:txBody>
          <a:bodyPr/>
          <a:lstStyle>
            <a:lvl1pPr marL="0" indent="0" algn="ctr">
              <a:buNone/>
              <a:defRPr sz="1207"/>
            </a:lvl1pPr>
            <a:lvl2pPr marL="229880" indent="0" algn="ctr">
              <a:buNone/>
              <a:defRPr sz="1006"/>
            </a:lvl2pPr>
            <a:lvl3pPr marL="459760" indent="0" algn="ctr">
              <a:buNone/>
              <a:defRPr sz="905"/>
            </a:lvl3pPr>
            <a:lvl4pPr marL="689640" indent="0" algn="ctr">
              <a:buNone/>
              <a:defRPr sz="804"/>
            </a:lvl4pPr>
            <a:lvl5pPr marL="919521" indent="0" algn="ctr">
              <a:buNone/>
              <a:defRPr sz="804"/>
            </a:lvl5pPr>
            <a:lvl6pPr marL="1149401" indent="0" algn="ctr">
              <a:buNone/>
              <a:defRPr sz="804"/>
            </a:lvl6pPr>
            <a:lvl7pPr marL="1379281" indent="0" algn="ctr">
              <a:buNone/>
              <a:defRPr sz="804"/>
            </a:lvl7pPr>
            <a:lvl8pPr marL="1609161" indent="0" algn="ctr">
              <a:buNone/>
              <a:defRPr sz="804"/>
            </a:lvl8pPr>
            <a:lvl9pPr marL="1839041" indent="0" algn="ctr">
              <a:buNone/>
              <a:defRPr sz="80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EC9A-D97C-4CF5-9A41-521A56517C7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CD8E-8DD5-42A1-A50B-E016E5A37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EC9A-D97C-4CF5-9A41-521A56517C7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CD8E-8DD5-42A1-A50B-E016E5A37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39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81" y="859618"/>
            <a:ext cx="7177445" cy="1434293"/>
          </a:xfrm>
        </p:spPr>
        <p:txBody>
          <a:bodyPr anchor="b"/>
          <a:lstStyle>
            <a:lvl1pPr>
              <a:defRPr sz="30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7781" y="2307480"/>
            <a:ext cx="7177445" cy="754261"/>
          </a:xfrm>
        </p:spPr>
        <p:txBody>
          <a:bodyPr/>
          <a:lstStyle>
            <a:lvl1pPr marL="0" indent="0">
              <a:buNone/>
              <a:defRPr sz="1207">
                <a:solidFill>
                  <a:schemeClr val="tx1">
                    <a:tint val="82000"/>
                  </a:schemeClr>
                </a:solidFill>
              </a:defRPr>
            </a:lvl1pPr>
            <a:lvl2pPr marL="229880" indent="0">
              <a:buNone/>
              <a:defRPr sz="1006">
                <a:solidFill>
                  <a:schemeClr val="tx1">
                    <a:tint val="82000"/>
                  </a:schemeClr>
                </a:solidFill>
              </a:defRPr>
            </a:lvl2pPr>
            <a:lvl3pPr marL="459760" indent="0">
              <a:buNone/>
              <a:defRPr sz="905">
                <a:solidFill>
                  <a:schemeClr val="tx1">
                    <a:tint val="82000"/>
                  </a:schemeClr>
                </a:solidFill>
              </a:defRPr>
            </a:lvl3pPr>
            <a:lvl4pPr marL="689640" indent="0">
              <a:buNone/>
              <a:defRPr sz="804">
                <a:solidFill>
                  <a:schemeClr val="tx1">
                    <a:tint val="82000"/>
                  </a:schemeClr>
                </a:solidFill>
              </a:defRPr>
            </a:lvl4pPr>
            <a:lvl5pPr marL="919521" indent="0">
              <a:buNone/>
              <a:defRPr sz="804">
                <a:solidFill>
                  <a:schemeClr val="tx1">
                    <a:tint val="82000"/>
                  </a:schemeClr>
                </a:solidFill>
              </a:defRPr>
            </a:lvl5pPr>
            <a:lvl6pPr marL="1149401" indent="0">
              <a:buNone/>
              <a:defRPr sz="804">
                <a:solidFill>
                  <a:schemeClr val="tx1">
                    <a:tint val="82000"/>
                  </a:schemeClr>
                </a:solidFill>
              </a:defRPr>
            </a:lvl6pPr>
            <a:lvl7pPr marL="1379281" indent="0">
              <a:buNone/>
              <a:defRPr sz="804">
                <a:solidFill>
                  <a:schemeClr val="tx1">
                    <a:tint val="82000"/>
                  </a:schemeClr>
                </a:solidFill>
              </a:defRPr>
            </a:lvl7pPr>
            <a:lvl8pPr marL="1609161" indent="0">
              <a:buNone/>
              <a:defRPr sz="804">
                <a:solidFill>
                  <a:schemeClr val="tx1">
                    <a:tint val="82000"/>
                  </a:schemeClr>
                </a:solidFill>
              </a:defRPr>
            </a:lvl8pPr>
            <a:lvl9pPr marL="1839041" indent="0">
              <a:buNone/>
              <a:defRPr sz="8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EC9A-D97C-4CF5-9A41-521A56517C7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CD8E-8DD5-42A1-A50B-E016E5A37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8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2115" y="917884"/>
            <a:ext cx="3536712" cy="21877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2848" y="917884"/>
            <a:ext cx="3536712" cy="21877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EC9A-D97C-4CF5-9A41-521A56517C7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CD8E-8DD5-42A1-A50B-E016E5A37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5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199" y="183577"/>
            <a:ext cx="7177445" cy="6664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200" y="845251"/>
            <a:ext cx="3520458" cy="414245"/>
          </a:xfrm>
        </p:spPr>
        <p:txBody>
          <a:bodyPr anchor="b"/>
          <a:lstStyle>
            <a:lvl1pPr marL="0" indent="0">
              <a:buNone/>
              <a:defRPr sz="1207" b="1"/>
            </a:lvl1pPr>
            <a:lvl2pPr marL="229880" indent="0">
              <a:buNone/>
              <a:defRPr sz="1006" b="1"/>
            </a:lvl2pPr>
            <a:lvl3pPr marL="459760" indent="0">
              <a:buNone/>
              <a:defRPr sz="905" b="1"/>
            </a:lvl3pPr>
            <a:lvl4pPr marL="689640" indent="0">
              <a:buNone/>
              <a:defRPr sz="804" b="1"/>
            </a:lvl4pPr>
            <a:lvl5pPr marL="919521" indent="0">
              <a:buNone/>
              <a:defRPr sz="804" b="1"/>
            </a:lvl5pPr>
            <a:lvl6pPr marL="1149401" indent="0">
              <a:buNone/>
              <a:defRPr sz="804" b="1"/>
            </a:lvl6pPr>
            <a:lvl7pPr marL="1379281" indent="0">
              <a:buNone/>
              <a:defRPr sz="804" b="1"/>
            </a:lvl7pPr>
            <a:lvl8pPr marL="1609161" indent="0">
              <a:buNone/>
              <a:defRPr sz="804" b="1"/>
            </a:lvl8pPr>
            <a:lvl9pPr marL="1839041" indent="0">
              <a:buNone/>
              <a:defRPr sz="8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3200" y="1259496"/>
            <a:ext cx="3520458" cy="1852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12848" y="845251"/>
            <a:ext cx="3537796" cy="414245"/>
          </a:xfrm>
        </p:spPr>
        <p:txBody>
          <a:bodyPr anchor="b"/>
          <a:lstStyle>
            <a:lvl1pPr marL="0" indent="0">
              <a:buNone/>
              <a:defRPr sz="1207" b="1"/>
            </a:lvl1pPr>
            <a:lvl2pPr marL="229880" indent="0">
              <a:buNone/>
              <a:defRPr sz="1006" b="1"/>
            </a:lvl2pPr>
            <a:lvl3pPr marL="459760" indent="0">
              <a:buNone/>
              <a:defRPr sz="905" b="1"/>
            </a:lvl3pPr>
            <a:lvl4pPr marL="689640" indent="0">
              <a:buNone/>
              <a:defRPr sz="804" b="1"/>
            </a:lvl4pPr>
            <a:lvl5pPr marL="919521" indent="0">
              <a:buNone/>
              <a:defRPr sz="804" b="1"/>
            </a:lvl5pPr>
            <a:lvl6pPr marL="1149401" indent="0">
              <a:buNone/>
              <a:defRPr sz="804" b="1"/>
            </a:lvl6pPr>
            <a:lvl7pPr marL="1379281" indent="0">
              <a:buNone/>
              <a:defRPr sz="804" b="1"/>
            </a:lvl7pPr>
            <a:lvl8pPr marL="1609161" indent="0">
              <a:buNone/>
              <a:defRPr sz="804" b="1"/>
            </a:lvl8pPr>
            <a:lvl9pPr marL="1839041" indent="0">
              <a:buNone/>
              <a:defRPr sz="8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12848" y="1259496"/>
            <a:ext cx="3537796" cy="1852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EC9A-D97C-4CF5-9A41-521A56517C7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CD8E-8DD5-42A1-A50B-E016E5A37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8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EC9A-D97C-4CF5-9A41-521A56517C7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CD8E-8DD5-42A1-A50B-E016E5A37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9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EC9A-D97C-4CF5-9A41-521A56517C7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CD8E-8DD5-42A1-A50B-E016E5A37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8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199" y="229870"/>
            <a:ext cx="2683957" cy="804545"/>
          </a:xfrm>
        </p:spPr>
        <p:txBody>
          <a:bodyPr anchor="b"/>
          <a:lstStyle>
            <a:lvl1pPr>
              <a:defRPr sz="16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7796" y="496456"/>
            <a:ext cx="4212848" cy="2450350"/>
          </a:xfrm>
        </p:spPr>
        <p:txBody>
          <a:bodyPr/>
          <a:lstStyle>
            <a:lvl1pPr>
              <a:defRPr sz="1609"/>
            </a:lvl1pPr>
            <a:lvl2pPr>
              <a:defRPr sz="1408"/>
            </a:lvl2pPr>
            <a:lvl3pPr>
              <a:defRPr sz="1207"/>
            </a:lvl3pPr>
            <a:lvl4pPr>
              <a:defRPr sz="1006"/>
            </a:lvl4pPr>
            <a:lvl5pPr>
              <a:defRPr sz="1006"/>
            </a:lvl5pPr>
            <a:lvl6pPr>
              <a:defRPr sz="1006"/>
            </a:lvl6pPr>
            <a:lvl7pPr>
              <a:defRPr sz="1006"/>
            </a:lvl7pPr>
            <a:lvl8pPr>
              <a:defRPr sz="1006"/>
            </a:lvl8pPr>
            <a:lvl9pPr>
              <a:defRPr sz="10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3199" y="1034415"/>
            <a:ext cx="2683957" cy="1916382"/>
          </a:xfrm>
        </p:spPr>
        <p:txBody>
          <a:bodyPr/>
          <a:lstStyle>
            <a:lvl1pPr marL="0" indent="0">
              <a:buNone/>
              <a:defRPr sz="804"/>
            </a:lvl1pPr>
            <a:lvl2pPr marL="229880" indent="0">
              <a:buNone/>
              <a:defRPr sz="704"/>
            </a:lvl2pPr>
            <a:lvl3pPr marL="459760" indent="0">
              <a:buNone/>
              <a:defRPr sz="603"/>
            </a:lvl3pPr>
            <a:lvl4pPr marL="689640" indent="0">
              <a:buNone/>
              <a:defRPr sz="503"/>
            </a:lvl4pPr>
            <a:lvl5pPr marL="919521" indent="0">
              <a:buNone/>
              <a:defRPr sz="503"/>
            </a:lvl5pPr>
            <a:lvl6pPr marL="1149401" indent="0">
              <a:buNone/>
              <a:defRPr sz="503"/>
            </a:lvl6pPr>
            <a:lvl7pPr marL="1379281" indent="0">
              <a:buNone/>
              <a:defRPr sz="503"/>
            </a:lvl7pPr>
            <a:lvl8pPr marL="1609161" indent="0">
              <a:buNone/>
              <a:defRPr sz="503"/>
            </a:lvl8pPr>
            <a:lvl9pPr marL="1839041" indent="0">
              <a:buNone/>
              <a:defRPr sz="5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EC9A-D97C-4CF5-9A41-521A56517C7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CD8E-8DD5-42A1-A50B-E016E5A37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38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199" y="229870"/>
            <a:ext cx="2683957" cy="804545"/>
          </a:xfrm>
        </p:spPr>
        <p:txBody>
          <a:bodyPr anchor="b"/>
          <a:lstStyle>
            <a:lvl1pPr>
              <a:defRPr sz="16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37796" y="496456"/>
            <a:ext cx="4212848" cy="2450350"/>
          </a:xfrm>
        </p:spPr>
        <p:txBody>
          <a:bodyPr anchor="t"/>
          <a:lstStyle>
            <a:lvl1pPr marL="0" indent="0">
              <a:buNone/>
              <a:defRPr sz="1609"/>
            </a:lvl1pPr>
            <a:lvl2pPr marL="229880" indent="0">
              <a:buNone/>
              <a:defRPr sz="1408"/>
            </a:lvl2pPr>
            <a:lvl3pPr marL="459760" indent="0">
              <a:buNone/>
              <a:defRPr sz="1207"/>
            </a:lvl3pPr>
            <a:lvl4pPr marL="689640" indent="0">
              <a:buNone/>
              <a:defRPr sz="1006"/>
            </a:lvl4pPr>
            <a:lvl5pPr marL="919521" indent="0">
              <a:buNone/>
              <a:defRPr sz="1006"/>
            </a:lvl5pPr>
            <a:lvl6pPr marL="1149401" indent="0">
              <a:buNone/>
              <a:defRPr sz="1006"/>
            </a:lvl6pPr>
            <a:lvl7pPr marL="1379281" indent="0">
              <a:buNone/>
              <a:defRPr sz="1006"/>
            </a:lvl7pPr>
            <a:lvl8pPr marL="1609161" indent="0">
              <a:buNone/>
              <a:defRPr sz="1006"/>
            </a:lvl8pPr>
            <a:lvl9pPr marL="1839041" indent="0">
              <a:buNone/>
              <a:defRPr sz="10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3199" y="1034415"/>
            <a:ext cx="2683957" cy="1916382"/>
          </a:xfrm>
        </p:spPr>
        <p:txBody>
          <a:bodyPr/>
          <a:lstStyle>
            <a:lvl1pPr marL="0" indent="0">
              <a:buNone/>
              <a:defRPr sz="804"/>
            </a:lvl1pPr>
            <a:lvl2pPr marL="229880" indent="0">
              <a:buNone/>
              <a:defRPr sz="704"/>
            </a:lvl2pPr>
            <a:lvl3pPr marL="459760" indent="0">
              <a:buNone/>
              <a:defRPr sz="603"/>
            </a:lvl3pPr>
            <a:lvl4pPr marL="689640" indent="0">
              <a:buNone/>
              <a:defRPr sz="503"/>
            </a:lvl4pPr>
            <a:lvl5pPr marL="919521" indent="0">
              <a:buNone/>
              <a:defRPr sz="503"/>
            </a:lvl5pPr>
            <a:lvl6pPr marL="1149401" indent="0">
              <a:buNone/>
              <a:defRPr sz="503"/>
            </a:lvl6pPr>
            <a:lvl7pPr marL="1379281" indent="0">
              <a:buNone/>
              <a:defRPr sz="503"/>
            </a:lvl7pPr>
            <a:lvl8pPr marL="1609161" indent="0">
              <a:buNone/>
              <a:defRPr sz="503"/>
            </a:lvl8pPr>
            <a:lvl9pPr marL="1839041" indent="0">
              <a:buNone/>
              <a:defRPr sz="5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EC9A-D97C-4CF5-9A41-521A56517C7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CD8E-8DD5-42A1-A50B-E016E5A37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5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EC9A-D97C-4CF5-9A41-521A56517C7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CD8E-8DD5-42A1-A50B-E016E5A37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0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55199" y="183577"/>
            <a:ext cx="1794361" cy="2922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2115" y="183577"/>
            <a:ext cx="5279063" cy="29220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EC9A-D97C-4CF5-9A41-521A56517C7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CD8E-8DD5-42A1-A50B-E016E5A37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4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2115" y="183577"/>
            <a:ext cx="7177445" cy="666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2115" y="917884"/>
            <a:ext cx="7177445" cy="2187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2115" y="3195832"/>
            <a:ext cx="1872377" cy="1835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1EC9A-D97C-4CF5-9A41-521A56517C7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56555" y="3195832"/>
            <a:ext cx="2808565" cy="1835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77183" y="3195832"/>
            <a:ext cx="1872377" cy="1835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6CD8E-8DD5-42A1-A50B-E016E5A37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0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9760" rtl="0" eaLnBrk="1" latinLnBrk="0" hangingPunct="1">
        <a:lnSpc>
          <a:spcPct val="90000"/>
        </a:lnSpc>
        <a:spcBef>
          <a:spcPct val="0"/>
        </a:spcBef>
        <a:buNone/>
        <a:defRPr sz="22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940" indent="-114940" algn="l" defTabSz="459760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408" kern="1200">
          <a:solidFill>
            <a:schemeClr val="tx1"/>
          </a:solidFill>
          <a:latin typeface="+mn-lt"/>
          <a:ea typeface="+mn-ea"/>
          <a:cs typeface="+mn-cs"/>
        </a:defRPr>
      </a:lvl1pPr>
      <a:lvl2pPr marL="344820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207" kern="1200">
          <a:solidFill>
            <a:schemeClr val="tx1"/>
          </a:solidFill>
          <a:latin typeface="+mn-lt"/>
          <a:ea typeface="+mn-ea"/>
          <a:cs typeface="+mn-cs"/>
        </a:defRPr>
      </a:lvl2pPr>
      <a:lvl3pPr marL="574700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6" kern="1200">
          <a:solidFill>
            <a:schemeClr val="tx1"/>
          </a:solidFill>
          <a:latin typeface="+mn-lt"/>
          <a:ea typeface="+mn-ea"/>
          <a:cs typeface="+mn-cs"/>
        </a:defRPr>
      </a:lvl3pPr>
      <a:lvl4pPr marL="804581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5" kern="1200">
          <a:solidFill>
            <a:schemeClr val="tx1"/>
          </a:solidFill>
          <a:latin typeface="+mn-lt"/>
          <a:ea typeface="+mn-ea"/>
          <a:cs typeface="+mn-cs"/>
        </a:defRPr>
      </a:lvl4pPr>
      <a:lvl5pPr marL="1034461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5" kern="1200">
          <a:solidFill>
            <a:schemeClr val="tx1"/>
          </a:solidFill>
          <a:latin typeface="+mn-lt"/>
          <a:ea typeface="+mn-ea"/>
          <a:cs typeface="+mn-cs"/>
        </a:defRPr>
      </a:lvl5pPr>
      <a:lvl6pPr marL="1264341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5" kern="1200">
          <a:solidFill>
            <a:schemeClr val="tx1"/>
          </a:solidFill>
          <a:latin typeface="+mn-lt"/>
          <a:ea typeface="+mn-ea"/>
          <a:cs typeface="+mn-cs"/>
        </a:defRPr>
      </a:lvl6pPr>
      <a:lvl7pPr marL="1494221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5" kern="1200">
          <a:solidFill>
            <a:schemeClr val="tx1"/>
          </a:solidFill>
          <a:latin typeface="+mn-lt"/>
          <a:ea typeface="+mn-ea"/>
          <a:cs typeface="+mn-cs"/>
        </a:defRPr>
      </a:lvl7pPr>
      <a:lvl8pPr marL="1724101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5" kern="1200">
          <a:solidFill>
            <a:schemeClr val="tx1"/>
          </a:solidFill>
          <a:latin typeface="+mn-lt"/>
          <a:ea typeface="+mn-ea"/>
          <a:cs typeface="+mn-cs"/>
        </a:defRPr>
      </a:lvl8pPr>
      <a:lvl9pPr marL="1953981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1pPr>
      <a:lvl2pPr marL="229880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2pPr>
      <a:lvl3pPr marL="459760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3pPr>
      <a:lvl4pPr marL="689640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4pPr>
      <a:lvl5pPr marL="919521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5pPr>
      <a:lvl6pPr marL="1149401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6pPr>
      <a:lvl7pPr marL="1379281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7pPr>
      <a:lvl8pPr marL="1609161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8pPr>
      <a:lvl9pPr marL="1839041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light on a black surface&#10;&#10;AI-generated content may be incorrect.">
            <a:extLst>
              <a:ext uri="{FF2B5EF4-FFF2-40B4-BE49-F238E27FC236}">
                <a16:creationId xmlns:a16="http://schemas.microsoft.com/office/drawing/2014/main" id="{AE6C0325-E214-67FB-865E-2329D314C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6" r="2770" b="18350"/>
          <a:stretch>
            <a:fillRect/>
          </a:stretch>
        </p:blipFill>
        <p:spPr>
          <a:xfrm>
            <a:off x="3106564" y="685"/>
            <a:ext cx="5242826" cy="344859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5B174A-50FC-0C2D-6453-D3BA12F620E2}"/>
              </a:ext>
            </a:extLst>
          </p:cNvPr>
          <p:cNvCxnSpPr/>
          <p:nvPr/>
        </p:nvCxnSpPr>
        <p:spPr>
          <a:xfrm flipH="1">
            <a:off x="7582041" y="85247"/>
            <a:ext cx="644435" cy="1280160"/>
          </a:xfrm>
          <a:prstGeom prst="line">
            <a:avLst/>
          </a:prstGeom>
          <a:ln w="38100">
            <a:solidFill>
              <a:srgbClr val="CC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5DB28D-7B95-DB24-8942-23BB12071CE7}"/>
              </a:ext>
            </a:extLst>
          </p:cNvPr>
          <p:cNvCxnSpPr/>
          <p:nvPr/>
        </p:nvCxnSpPr>
        <p:spPr>
          <a:xfrm flipH="1">
            <a:off x="7456665" y="744238"/>
            <a:ext cx="644435" cy="1280160"/>
          </a:xfrm>
          <a:prstGeom prst="line">
            <a:avLst/>
          </a:prstGeom>
          <a:ln w="38100">
            <a:solidFill>
              <a:srgbClr val="CC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9587BC-EA34-7A14-FF82-E0492EE3CB36}"/>
              </a:ext>
            </a:extLst>
          </p:cNvPr>
          <p:cNvCxnSpPr>
            <a:cxnSpLocks/>
          </p:cNvCxnSpPr>
          <p:nvPr/>
        </p:nvCxnSpPr>
        <p:spPr>
          <a:xfrm flipH="1">
            <a:off x="7441875" y="1365407"/>
            <a:ext cx="137646" cy="646959"/>
          </a:xfrm>
          <a:prstGeom prst="line">
            <a:avLst/>
          </a:prstGeom>
          <a:ln w="38100">
            <a:solidFill>
              <a:srgbClr val="CC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225412E-A07C-3B68-2F77-B53A8F261607}"/>
              </a:ext>
            </a:extLst>
          </p:cNvPr>
          <p:cNvGrpSpPr/>
          <p:nvPr/>
        </p:nvGrpSpPr>
        <p:grpSpPr>
          <a:xfrm flipV="1">
            <a:off x="0" y="-43923"/>
            <a:ext cx="3040942" cy="3541800"/>
            <a:chOff x="9963630" y="83977"/>
            <a:chExt cx="2494804" cy="3248540"/>
          </a:xfrm>
        </p:grpSpPr>
        <p:pic>
          <p:nvPicPr>
            <p:cNvPr id="9" name="Picture 8" descr="A green light in a rectangular object&#10;&#10;AI-generated content may be incorrect.">
              <a:extLst>
                <a:ext uri="{FF2B5EF4-FFF2-40B4-BE49-F238E27FC236}">
                  <a16:creationId xmlns:a16="http://schemas.microsoft.com/office/drawing/2014/main" id="{A219F1AD-1B0A-AC0F-D64B-CB1BFC7BE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0" t="2296" r="4150" b="8888"/>
            <a:stretch>
              <a:fillRect/>
            </a:stretch>
          </p:blipFill>
          <p:spPr>
            <a:xfrm>
              <a:off x="9963630" y="83977"/>
              <a:ext cx="2494804" cy="3248540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E8C14CD-2E49-E8BA-B8DF-F32E1A142D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9822" y="2267689"/>
              <a:ext cx="679268" cy="0"/>
            </a:xfrm>
            <a:prstGeom prst="line">
              <a:avLst/>
            </a:prstGeom>
            <a:ln w="38100">
              <a:solidFill>
                <a:srgbClr val="CC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4DC06A9-9CE4-86C0-0FA0-1B103FF1C2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3098" y="2542901"/>
              <a:ext cx="679268" cy="0"/>
            </a:xfrm>
            <a:prstGeom prst="line">
              <a:avLst/>
            </a:prstGeom>
            <a:ln w="38100">
              <a:solidFill>
                <a:srgbClr val="CC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5E28E8D-A683-F6AE-2A77-E24AF3847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9822" y="2251080"/>
              <a:ext cx="0" cy="310315"/>
            </a:xfrm>
            <a:prstGeom prst="line">
              <a:avLst/>
            </a:prstGeom>
            <a:ln w="38100">
              <a:solidFill>
                <a:srgbClr val="CC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8C4932F-F518-47BC-EB0C-182B68303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5066" y="1820091"/>
              <a:ext cx="19324" cy="26561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7D378B3-2EAF-D690-F9FF-0DA2A3AD35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10938" y="1350335"/>
              <a:ext cx="43452" cy="46975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E3BB9C-5E55-2BE2-FBAD-446D83FB34B0}"/>
              </a:ext>
            </a:extLst>
          </p:cNvPr>
          <p:cNvCxnSpPr>
            <a:cxnSpLocks/>
          </p:cNvCxnSpPr>
          <p:nvPr/>
        </p:nvCxnSpPr>
        <p:spPr>
          <a:xfrm flipV="1">
            <a:off x="4950078" y="1716273"/>
            <a:ext cx="179235" cy="88224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379C701-9D51-8418-FF33-48DF2E5E6262}"/>
              </a:ext>
            </a:extLst>
          </p:cNvPr>
          <p:cNvCxnSpPr>
            <a:cxnSpLocks/>
          </p:cNvCxnSpPr>
          <p:nvPr/>
        </p:nvCxnSpPr>
        <p:spPr>
          <a:xfrm flipH="1" flipV="1">
            <a:off x="3136179" y="1916368"/>
            <a:ext cx="1813898" cy="68215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49052A-6CD2-6C63-DFEC-E35CC53B4957}"/>
              </a:ext>
            </a:extLst>
          </p:cNvPr>
          <p:cNvCxnSpPr>
            <a:cxnSpLocks/>
          </p:cNvCxnSpPr>
          <p:nvPr/>
        </p:nvCxnSpPr>
        <p:spPr>
          <a:xfrm flipH="1" flipV="1">
            <a:off x="3315415" y="1042829"/>
            <a:ext cx="1813898" cy="68215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61BD40A-CD0D-866F-1277-80329918BF22}"/>
              </a:ext>
            </a:extLst>
          </p:cNvPr>
          <p:cNvSpPr txBox="1"/>
          <p:nvPr/>
        </p:nvSpPr>
        <p:spPr>
          <a:xfrm>
            <a:off x="3933386" y="2597961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FAFF71-B9EC-92A2-792C-200954F668C4}"/>
              </a:ext>
            </a:extLst>
          </p:cNvPr>
          <p:cNvSpPr txBox="1"/>
          <p:nvPr/>
        </p:nvSpPr>
        <p:spPr>
          <a:xfrm>
            <a:off x="6540228" y="207289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0A8E7B-9706-5768-96A6-30055E119C52}"/>
              </a:ext>
            </a:extLst>
          </p:cNvPr>
          <p:cNvSpPr txBox="1"/>
          <p:nvPr/>
        </p:nvSpPr>
        <p:spPr>
          <a:xfrm>
            <a:off x="5296422" y="2136296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181E01-7C0E-CF80-C082-1CEFCDEB75B2}"/>
              </a:ext>
            </a:extLst>
          </p:cNvPr>
          <p:cNvSpPr txBox="1"/>
          <p:nvPr/>
        </p:nvSpPr>
        <p:spPr>
          <a:xfrm>
            <a:off x="4778471" y="307194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C10571-1A9E-C698-F3F1-DD0AD8BC9716}"/>
              </a:ext>
            </a:extLst>
          </p:cNvPr>
          <p:cNvSpPr txBox="1"/>
          <p:nvPr/>
        </p:nvSpPr>
        <p:spPr>
          <a:xfrm>
            <a:off x="6502065" y="1695732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3C0CCA-570E-3DE2-997B-EFE4CF3F8A2F}"/>
              </a:ext>
            </a:extLst>
          </p:cNvPr>
          <p:cNvSpPr txBox="1"/>
          <p:nvPr/>
        </p:nvSpPr>
        <p:spPr>
          <a:xfrm>
            <a:off x="3715726" y="1533596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FBD874-37E3-8349-FE97-F014090460DF}"/>
              </a:ext>
            </a:extLst>
          </p:cNvPr>
          <p:cNvSpPr txBox="1"/>
          <p:nvPr/>
        </p:nvSpPr>
        <p:spPr>
          <a:xfrm>
            <a:off x="7579521" y="1550701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FAF33-2E51-8609-4318-0AC25A1873A9}"/>
              </a:ext>
            </a:extLst>
          </p:cNvPr>
          <p:cNvSpPr txBox="1"/>
          <p:nvPr/>
        </p:nvSpPr>
        <p:spPr>
          <a:xfrm>
            <a:off x="1267382" y="3059626"/>
            <a:ext cx="50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F61AE-F301-3381-A7A7-B9F3E4CF1326}"/>
              </a:ext>
            </a:extLst>
          </p:cNvPr>
          <p:cNvSpPr txBox="1"/>
          <p:nvPr/>
        </p:nvSpPr>
        <p:spPr>
          <a:xfrm>
            <a:off x="5474888" y="3059626"/>
            <a:ext cx="50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9BF5A8-7B94-7794-8093-6BFA8AC39FB9}"/>
              </a:ext>
            </a:extLst>
          </p:cNvPr>
          <p:cNvSpPr/>
          <p:nvPr/>
        </p:nvSpPr>
        <p:spPr>
          <a:xfrm>
            <a:off x="4245602" y="2063620"/>
            <a:ext cx="244927" cy="28937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15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341</TotalTime>
  <Words>13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Anat Levin</dc:creator>
  <cp:lastModifiedBy>Anat Levin</cp:lastModifiedBy>
  <cp:revision>4</cp:revision>
  <dcterms:created xsi:type="dcterms:W3CDTF">2025-12-10T17:33:02Z</dcterms:created>
  <dcterms:modified xsi:type="dcterms:W3CDTF">2025-12-10T23:15:40Z</dcterms:modified>
</cp:coreProperties>
</file>