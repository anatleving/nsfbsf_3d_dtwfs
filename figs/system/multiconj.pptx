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288000" cy="5211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5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852944"/>
            <a:ext cx="13716000" cy="1814466"/>
          </a:xfrm>
        </p:spPr>
        <p:txBody>
          <a:bodyPr anchor="b"/>
          <a:lstStyle>
            <a:lvl1pPr algn="ctr">
              <a:defRPr sz="4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2737382"/>
            <a:ext cx="13716000" cy="1258303"/>
          </a:xfrm>
        </p:spPr>
        <p:txBody>
          <a:bodyPr/>
          <a:lstStyle>
            <a:lvl1pPr marL="0" indent="0" algn="ctr">
              <a:buNone/>
              <a:defRPr sz="1824"/>
            </a:lvl1pPr>
            <a:lvl2pPr marL="347472" indent="0" algn="ctr">
              <a:buNone/>
              <a:defRPr sz="1520"/>
            </a:lvl2pPr>
            <a:lvl3pPr marL="694944" indent="0" algn="ctr">
              <a:buNone/>
              <a:defRPr sz="1368"/>
            </a:lvl3pPr>
            <a:lvl4pPr marL="1042416" indent="0" algn="ctr">
              <a:buNone/>
              <a:defRPr sz="1216"/>
            </a:lvl4pPr>
            <a:lvl5pPr marL="1389888" indent="0" algn="ctr">
              <a:buNone/>
              <a:defRPr sz="1216"/>
            </a:lvl5pPr>
            <a:lvl6pPr marL="1737360" indent="0" algn="ctr">
              <a:buNone/>
              <a:defRPr sz="1216"/>
            </a:lvl6pPr>
            <a:lvl7pPr marL="2084832" indent="0" algn="ctr">
              <a:buNone/>
              <a:defRPr sz="1216"/>
            </a:lvl7pPr>
            <a:lvl8pPr marL="2432304" indent="0" algn="ctr">
              <a:buNone/>
              <a:defRPr sz="1216"/>
            </a:lvl8pPr>
            <a:lvl9pPr marL="2779776" indent="0" algn="ctr">
              <a:buNone/>
              <a:defRPr sz="121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47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1299322"/>
            <a:ext cx="15773400" cy="2167948"/>
          </a:xfrm>
        </p:spPr>
        <p:txBody>
          <a:bodyPr anchor="b"/>
          <a:lstStyle>
            <a:lvl1pPr>
              <a:defRPr sz="4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3487780"/>
            <a:ext cx="15773400" cy="1140073"/>
          </a:xfrm>
        </p:spPr>
        <p:txBody>
          <a:bodyPr/>
          <a:lstStyle>
            <a:lvl1pPr marL="0" indent="0">
              <a:buNone/>
              <a:defRPr sz="1824">
                <a:solidFill>
                  <a:schemeClr val="tx1">
                    <a:tint val="82000"/>
                  </a:schemeClr>
                </a:solidFill>
              </a:defRPr>
            </a:lvl1pPr>
            <a:lvl2pPr marL="347472" indent="0">
              <a:buNone/>
              <a:defRPr sz="1520">
                <a:solidFill>
                  <a:schemeClr val="tx1">
                    <a:tint val="82000"/>
                  </a:schemeClr>
                </a:solidFill>
              </a:defRPr>
            </a:lvl2pPr>
            <a:lvl3pPr marL="694944" indent="0">
              <a:buNone/>
              <a:defRPr sz="1368">
                <a:solidFill>
                  <a:schemeClr val="tx1">
                    <a:tint val="82000"/>
                  </a:schemeClr>
                </a:solidFill>
              </a:defRPr>
            </a:lvl3pPr>
            <a:lvl4pPr marL="1042416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4pPr>
            <a:lvl5pPr marL="1389888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5pPr>
            <a:lvl6pPr marL="1737360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6pPr>
            <a:lvl7pPr marL="2084832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7pPr>
            <a:lvl8pPr marL="2432304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8pPr>
            <a:lvl9pPr marL="2779776" indent="0">
              <a:buNone/>
              <a:defRPr sz="12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6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1387390"/>
            <a:ext cx="7772400" cy="3306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1387390"/>
            <a:ext cx="7772400" cy="3306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500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277478"/>
            <a:ext cx="15773400" cy="10073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1277606"/>
            <a:ext cx="7736681" cy="626135"/>
          </a:xfrm>
        </p:spPr>
        <p:txBody>
          <a:bodyPr anchor="b"/>
          <a:lstStyle>
            <a:lvl1pPr marL="0" indent="0">
              <a:buNone/>
              <a:defRPr sz="1824" b="1"/>
            </a:lvl1pPr>
            <a:lvl2pPr marL="347472" indent="0">
              <a:buNone/>
              <a:defRPr sz="1520" b="1"/>
            </a:lvl2pPr>
            <a:lvl3pPr marL="694944" indent="0">
              <a:buNone/>
              <a:defRPr sz="1368" b="1"/>
            </a:lvl3pPr>
            <a:lvl4pPr marL="1042416" indent="0">
              <a:buNone/>
              <a:defRPr sz="1216" b="1"/>
            </a:lvl4pPr>
            <a:lvl5pPr marL="1389888" indent="0">
              <a:buNone/>
              <a:defRPr sz="1216" b="1"/>
            </a:lvl5pPr>
            <a:lvl6pPr marL="1737360" indent="0">
              <a:buNone/>
              <a:defRPr sz="1216" b="1"/>
            </a:lvl6pPr>
            <a:lvl7pPr marL="2084832" indent="0">
              <a:buNone/>
              <a:defRPr sz="1216" b="1"/>
            </a:lvl7pPr>
            <a:lvl8pPr marL="2432304" indent="0">
              <a:buNone/>
              <a:defRPr sz="1216" b="1"/>
            </a:lvl8pPr>
            <a:lvl9pPr marL="2779776" indent="0">
              <a:buNone/>
              <a:defRPr sz="12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1903741"/>
            <a:ext cx="7736681" cy="2800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1277606"/>
            <a:ext cx="7774782" cy="626135"/>
          </a:xfrm>
        </p:spPr>
        <p:txBody>
          <a:bodyPr anchor="b"/>
          <a:lstStyle>
            <a:lvl1pPr marL="0" indent="0">
              <a:buNone/>
              <a:defRPr sz="1824" b="1"/>
            </a:lvl1pPr>
            <a:lvl2pPr marL="347472" indent="0">
              <a:buNone/>
              <a:defRPr sz="1520" b="1"/>
            </a:lvl2pPr>
            <a:lvl3pPr marL="694944" indent="0">
              <a:buNone/>
              <a:defRPr sz="1368" b="1"/>
            </a:lvl3pPr>
            <a:lvl4pPr marL="1042416" indent="0">
              <a:buNone/>
              <a:defRPr sz="1216" b="1"/>
            </a:lvl4pPr>
            <a:lvl5pPr marL="1389888" indent="0">
              <a:buNone/>
              <a:defRPr sz="1216" b="1"/>
            </a:lvl5pPr>
            <a:lvl6pPr marL="1737360" indent="0">
              <a:buNone/>
              <a:defRPr sz="1216" b="1"/>
            </a:lvl6pPr>
            <a:lvl7pPr marL="2084832" indent="0">
              <a:buNone/>
              <a:defRPr sz="1216" b="1"/>
            </a:lvl7pPr>
            <a:lvl8pPr marL="2432304" indent="0">
              <a:buNone/>
              <a:defRPr sz="1216" b="1"/>
            </a:lvl8pPr>
            <a:lvl9pPr marL="2779776" indent="0">
              <a:buNone/>
              <a:defRPr sz="121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1903741"/>
            <a:ext cx="7774782" cy="2800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13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21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92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47451"/>
            <a:ext cx="5898356" cy="1216078"/>
          </a:xfrm>
        </p:spPr>
        <p:txBody>
          <a:bodyPr anchor="b"/>
          <a:lstStyle>
            <a:lvl1pPr>
              <a:defRPr sz="24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750398"/>
            <a:ext cx="9258300" cy="3703730"/>
          </a:xfrm>
        </p:spPr>
        <p:txBody>
          <a:bodyPr/>
          <a:lstStyle>
            <a:lvl1pPr>
              <a:defRPr sz="2432"/>
            </a:lvl1pPr>
            <a:lvl2pPr>
              <a:defRPr sz="2128"/>
            </a:lvl2pPr>
            <a:lvl3pPr>
              <a:defRPr sz="1824"/>
            </a:lvl3pPr>
            <a:lvl4pPr>
              <a:defRPr sz="1520"/>
            </a:lvl4pPr>
            <a:lvl5pPr>
              <a:defRPr sz="1520"/>
            </a:lvl5pPr>
            <a:lvl6pPr>
              <a:defRPr sz="1520"/>
            </a:lvl6pPr>
            <a:lvl7pPr>
              <a:defRPr sz="1520"/>
            </a:lvl7pPr>
            <a:lvl8pPr>
              <a:defRPr sz="1520"/>
            </a:lvl8pPr>
            <a:lvl9pPr>
              <a:defRPr sz="15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563529"/>
            <a:ext cx="5898356" cy="2896631"/>
          </a:xfrm>
        </p:spPr>
        <p:txBody>
          <a:bodyPr/>
          <a:lstStyle>
            <a:lvl1pPr marL="0" indent="0">
              <a:buNone/>
              <a:defRPr sz="1216"/>
            </a:lvl1pPr>
            <a:lvl2pPr marL="347472" indent="0">
              <a:buNone/>
              <a:defRPr sz="1064"/>
            </a:lvl2pPr>
            <a:lvl3pPr marL="694944" indent="0">
              <a:buNone/>
              <a:defRPr sz="912"/>
            </a:lvl3pPr>
            <a:lvl4pPr marL="1042416" indent="0">
              <a:buNone/>
              <a:defRPr sz="760"/>
            </a:lvl4pPr>
            <a:lvl5pPr marL="1389888" indent="0">
              <a:buNone/>
              <a:defRPr sz="760"/>
            </a:lvl5pPr>
            <a:lvl6pPr marL="1737360" indent="0">
              <a:buNone/>
              <a:defRPr sz="760"/>
            </a:lvl6pPr>
            <a:lvl7pPr marL="2084832" indent="0">
              <a:buNone/>
              <a:defRPr sz="760"/>
            </a:lvl7pPr>
            <a:lvl8pPr marL="2432304" indent="0">
              <a:buNone/>
              <a:defRPr sz="760"/>
            </a:lvl8pPr>
            <a:lvl9pPr marL="2779776" indent="0">
              <a:buNone/>
              <a:defRPr sz="7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80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347451"/>
            <a:ext cx="5898356" cy="1216078"/>
          </a:xfrm>
        </p:spPr>
        <p:txBody>
          <a:bodyPr anchor="b"/>
          <a:lstStyle>
            <a:lvl1pPr>
              <a:defRPr sz="24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750398"/>
            <a:ext cx="9258300" cy="3703730"/>
          </a:xfrm>
        </p:spPr>
        <p:txBody>
          <a:bodyPr anchor="t"/>
          <a:lstStyle>
            <a:lvl1pPr marL="0" indent="0">
              <a:buNone/>
              <a:defRPr sz="2432"/>
            </a:lvl1pPr>
            <a:lvl2pPr marL="347472" indent="0">
              <a:buNone/>
              <a:defRPr sz="2128"/>
            </a:lvl2pPr>
            <a:lvl3pPr marL="694944" indent="0">
              <a:buNone/>
              <a:defRPr sz="1824"/>
            </a:lvl3pPr>
            <a:lvl4pPr marL="1042416" indent="0">
              <a:buNone/>
              <a:defRPr sz="1520"/>
            </a:lvl4pPr>
            <a:lvl5pPr marL="1389888" indent="0">
              <a:buNone/>
              <a:defRPr sz="1520"/>
            </a:lvl5pPr>
            <a:lvl6pPr marL="1737360" indent="0">
              <a:buNone/>
              <a:defRPr sz="1520"/>
            </a:lvl6pPr>
            <a:lvl7pPr marL="2084832" indent="0">
              <a:buNone/>
              <a:defRPr sz="1520"/>
            </a:lvl7pPr>
            <a:lvl8pPr marL="2432304" indent="0">
              <a:buNone/>
              <a:defRPr sz="1520"/>
            </a:lvl8pPr>
            <a:lvl9pPr marL="2779776" indent="0">
              <a:buNone/>
              <a:defRPr sz="15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1563529"/>
            <a:ext cx="5898356" cy="2896631"/>
          </a:xfrm>
        </p:spPr>
        <p:txBody>
          <a:bodyPr/>
          <a:lstStyle>
            <a:lvl1pPr marL="0" indent="0">
              <a:buNone/>
              <a:defRPr sz="1216"/>
            </a:lvl1pPr>
            <a:lvl2pPr marL="347472" indent="0">
              <a:buNone/>
              <a:defRPr sz="1064"/>
            </a:lvl2pPr>
            <a:lvl3pPr marL="694944" indent="0">
              <a:buNone/>
              <a:defRPr sz="912"/>
            </a:lvl3pPr>
            <a:lvl4pPr marL="1042416" indent="0">
              <a:buNone/>
              <a:defRPr sz="760"/>
            </a:lvl4pPr>
            <a:lvl5pPr marL="1389888" indent="0">
              <a:buNone/>
              <a:defRPr sz="760"/>
            </a:lvl5pPr>
            <a:lvl6pPr marL="1737360" indent="0">
              <a:buNone/>
              <a:defRPr sz="760"/>
            </a:lvl6pPr>
            <a:lvl7pPr marL="2084832" indent="0">
              <a:buNone/>
              <a:defRPr sz="760"/>
            </a:lvl7pPr>
            <a:lvl8pPr marL="2432304" indent="0">
              <a:buNone/>
              <a:defRPr sz="760"/>
            </a:lvl8pPr>
            <a:lvl9pPr marL="2779776" indent="0">
              <a:buNone/>
              <a:defRPr sz="7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86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86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277478"/>
            <a:ext cx="3943350" cy="44167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277478"/>
            <a:ext cx="11601450" cy="44167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76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277478"/>
            <a:ext cx="15773400" cy="1007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1387390"/>
            <a:ext cx="15773400" cy="3306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4830533"/>
            <a:ext cx="4114800" cy="277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EC43F7-52E3-4064-8C37-C5ADEC08D307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4830533"/>
            <a:ext cx="6172200" cy="277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4830533"/>
            <a:ext cx="4114800" cy="277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69BD9-EABB-45D5-B2B2-BFAA1A0EC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8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94944" rtl="0" eaLnBrk="1" latinLnBrk="0" hangingPunct="1">
        <a:lnSpc>
          <a:spcPct val="90000"/>
        </a:lnSpc>
        <a:spcBef>
          <a:spcPct val="0"/>
        </a:spcBef>
        <a:buNone/>
        <a:defRPr sz="33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736" indent="-173736" algn="l" defTabSz="694944" rtl="0" eaLnBrk="1" latinLnBrk="0" hangingPunct="1">
        <a:lnSpc>
          <a:spcPct val="90000"/>
        </a:lnSpc>
        <a:spcBef>
          <a:spcPts val="760"/>
        </a:spcBef>
        <a:buFont typeface="Arial" panose="020B0604020202020204" pitchFamily="34" charset="0"/>
        <a:buChar char="•"/>
        <a:defRPr sz="2128" kern="120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824" kern="1200">
          <a:solidFill>
            <a:schemeClr val="tx1"/>
          </a:solidFill>
          <a:latin typeface="+mn-lt"/>
          <a:ea typeface="+mn-ea"/>
          <a:cs typeface="+mn-cs"/>
        </a:defRPr>
      </a:lvl2pPr>
      <a:lvl3pPr marL="868680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52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4pPr>
      <a:lvl5pPr marL="1563624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5pPr>
      <a:lvl6pPr marL="1911096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6pPr>
      <a:lvl7pPr marL="2258568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8pPr>
      <a:lvl9pPr marL="2953512" indent="-173736" algn="l" defTabSz="694944" rtl="0" eaLnBrk="1" latinLnBrk="0" hangingPunct="1">
        <a:lnSpc>
          <a:spcPct val="90000"/>
        </a:lnSpc>
        <a:spcBef>
          <a:spcPts val="380"/>
        </a:spcBef>
        <a:buFont typeface="Arial" panose="020B0604020202020204" pitchFamily="34" charset="0"/>
        <a:buChar char="•"/>
        <a:defRPr sz="13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1pPr>
      <a:lvl2pPr marL="347472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2pPr>
      <a:lvl3pPr marL="694944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3pPr>
      <a:lvl4pPr marL="1042416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4pPr>
      <a:lvl5pPr marL="1389888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7pPr>
      <a:lvl8pPr marL="2432304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8pPr>
      <a:lvl9pPr marL="2779776" algn="l" defTabSz="694944" rtl="0" eaLnBrk="1" latinLnBrk="0" hangingPunct="1">
        <a:defRPr sz="13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1E9D2512-285C-0000-B16F-F3ED4016C8E8}"/>
              </a:ext>
            </a:extLst>
          </p:cNvPr>
          <p:cNvGrpSpPr/>
          <p:nvPr/>
        </p:nvGrpSpPr>
        <p:grpSpPr>
          <a:xfrm>
            <a:off x="1093009" y="2641940"/>
            <a:ext cx="17148729" cy="2550363"/>
            <a:chOff x="1090734" y="-21653"/>
            <a:chExt cx="17148729" cy="255036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A4D4E0E-618F-A754-6806-80637275C8CE}"/>
                </a:ext>
              </a:extLst>
            </p:cNvPr>
            <p:cNvGrpSpPr/>
            <p:nvPr/>
          </p:nvGrpSpPr>
          <p:grpSpPr>
            <a:xfrm>
              <a:off x="13121999" y="356755"/>
              <a:ext cx="663953" cy="1809135"/>
              <a:chOff x="7591169" y="334295"/>
              <a:chExt cx="663953" cy="1809135"/>
            </a:xfrm>
          </p:grpSpPr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79F97BE6-04E6-ACF9-4B36-C8F099A9094C}"/>
                  </a:ext>
                </a:extLst>
              </p:cNvPr>
              <p:cNvSpPr/>
              <p:nvPr/>
            </p:nvSpPr>
            <p:spPr>
              <a:xfrm>
                <a:off x="7591169" y="334295"/>
                <a:ext cx="216310" cy="1809135"/>
              </a:xfrm>
              <a:prstGeom prst="rect">
                <a:avLst/>
              </a:prstGeom>
              <a:solidFill>
                <a:srgbClr val="FF0000">
                  <a:alpha val="10000"/>
                </a:srgbClr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2ADC30FE-9791-469C-B42E-DDF084788355}"/>
                  </a:ext>
                </a:extLst>
              </p:cNvPr>
              <p:cNvSpPr/>
              <p:nvPr/>
            </p:nvSpPr>
            <p:spPr>
              <a:xfrm>
                <a:off x="7814991" y="334295"/>
                <a:ext cx="216310" cy="1809135"/>
              </a:xfrm>
              <a:prstGeom prst="rect">
                <a:avLst/>
              </a:prstGeom>
              <a:solidFill>
                <a:schemeClr val="accent2">
                  <a:alpha val="10000"/>
                </a:schemeClr>
              </a:solidFill>
              <a:ln w="63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F1FE2D86-C1F9-3FEA-CF36-5C618FEEDDC4}"/>
                  </a:ext>
                </a:extLst>
              </p:cNvPr>
              <p:cNvSpPr/>
              <p:nvPr/>
            </p:nvSpPr>
            <p:spPr>
              <a:xfrm>
                <a:off x="8038812" y="334295"/>
                <a:ext cx="216310" cy="1809135"/>
              </a:xfrm>
              <a:prstGeom prst="rect">
                <a:avLst/>
              </a:prstGeom>
              <a:solidFill>
                <a:srgbClr val="FFC000">
                  <a:alpha val="10000"/>
                </a:srgbClr>
              </a:solidFill>
              <a:ln w="63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41886CD-8492-91FF-FEA3-58BCBAF2645A}"/>
                </a:ext>
              </a:extLst>
            </p:cNvPr>
            <p:cNvGrpSpPr/>
            <p:nvPr/>
          </p:nvGrpSpPr>
          <p:grpSpPr>
            <a:xfrm>
              <a:off x="1740678" y="378457"/>
              <a:ext cx="245045" cy="1737360"/>
              <a:chOff x="1740678" y="378457"/>
              <a:chExt cx="245045" cy="1737360"/>
            </a:xfrm>
          </p:grpSpPr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97F52E7C-A579-7471-E8DB-9AAA80DD03E4}"/>
                  </a:ext>
                </a:extLst>
              </p:cNvPr>
              <p:cNvSpPr/>
              <p:nvPr/>
            </p:nvSpPr>
            <p:spPr>
              <a:xfrm>
                <a:off x="1740678" y="378457"/>
                <a:ext cx="245045" cy="173736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0573DF0B-A8FF-DD2D-6E56-47C0753D78EE}"/>
                  </a:ext>
                </a:extLst>
              </p:cNvPr>
              <p:cNvSpPr/>
              <p:nvPr/>
            </p:nvSpPr>
            <p:spPr>
              <a:xfrm>
                <a:off x="1740678" y="1171047"/>
                <a:ext cx="245045" cy="23391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A4112089-D2BE-725D-7B9A-BADF9718B5C9}"/>
                  </a:ext>
                </a:extLst>
              </p:cNvPr>
              <p:cNvSpPr/>
              <p:nvPr/>
            </p:nvSpPr>
            <p:spPr>
              <a:xfrm>
                <a:off x="1740678" y="1398433"/>
                <a:ext cx="245045" cy="23391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5" name="Picture 44" descr="A group of orange circles&#10;&#10;Description automatically generated">
              <a:extLst>
                <a:ext uri="{FF2B5EF4-FFF2-40B4-BE49-F238E27FC236}">
                  <a16:creationId xmlns:a16="http://schemas.microsoft.com/office/drawing/2014/main" id="{F3E956E4-003E-0C9B-134D-7128D9E74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45447" b="61752"/>
            <a:stretch>
              <a:fillRect/>
            </a:stretch>
          </p:blipFill>
          <p:spPr>
            <a:xfrm rot="16200000" flipV="1">
              <a:off x="16603895" y="816278"/>
              <a:ext cx="1809136" cy="898502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C75C132-FFEA-66C5-B3F3-9DA7A42ED767}"/>
                </a:ext>
              </a:extLst>
            </p:cNvPr>
            <p:cNvGrpSpPr/>
            <p:nvPr/>
          </p:nvGrpSpPr>
          <p:grpSpPr>
            <a:xfrm>
              <a:off x="15182520" y="239130"/>
              <a:ext cx="1441657" cy="2120900"/>
              <a:chOff x="9511273" y="208650"/>
              <a:chExt cx="1441657" cy="2120900"/>
            </a:xfrm>
          </p:grpSpPr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831BFD2D-D889-8E1B-BD46-113D5BE56150}"/>
                  </a:ext>
                </a:extLst>
              </p:cNvPr>
              <p:cNvSpPr/>
              <p:nvPr/>
            </p:nvSpPr>
            <p:spPr>
              <a:xfrm>
                <a:off x="10686230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72648C4E-BB08-59B5-D876-26BFE6A80BCF}"/>
                  </a:ext>
                </a:extLst>
              </p:cNvPr>
              <p:cNvSpPr/>
              <p:nvPr/>
            </p:nvSpPr>
            <p:spPr>
              <a:xfrm>
                <a:off x="9511273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6A77E29-E406-48CC-9B75-D2FAA6CAFD92}"/>
                </a:ext>
              </a:extLst>
            </p:cNvPr>
            <p:cNvGrpSpPr/>
            <p:nvPr/>
          </p:nvGrpSpPr>
          <p:grpSpPr>
            <a:xfrm>
              <a:off x="11198204" y="239130"/>
              <a:ext cx="1441657" cy="2120900"/>
              <a:chOff x="9511273" y="208650"/>
              <a:chExt cx="1441657" cy="2120900"/>
            </a:xfrm>
          </p:grpSpPr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25CEF5B6-3E41-F03B-0EBD-8C74C515E182}"/>
                  </a:ext>
                </a:extLst>
              </p:cNvPr>
              <p:cNvSpPr/>
              <p:nvPr/>
            </p:nvSpPr>
            <p:spPr>
              <a:xfrm>
                <a:off x="10686230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B56DB812-9E19-C930-BEB4-24462A4B00EB}"/>
                  </a:ext>
                </a:extLst>
              </p:cNvPr>
              <p:cNvSpPr/>
              <p:nvPr/>
            </p:nvSpPr>
            <p:spPr>
              <a:xfrm>
                <a:off x="9511273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13A1E40-1B87-9B21-06DF-29B9EAB6C0CE}"/>
                </a:ext>
              </a:extLst>
            </p:cNvPr>
            <p:cNvSpPr/>
            <p:nvPr/>
          </p:nvSpPr>
          <p:spPr>
            <a:xfrm>
              <a:off x="8388846" y="239130"/>
              <a:ext cx="266700" cy="212090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381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F55369B3-2530-2418-B4FE-7A5EAD90EFAA}"/>
                </a:ext>
              </a:extLst>
            </p:cNvPr>
            <p:cNvGrpSpPr/>
            <p:nvPr/>
          </p:nvGrpSpPr>
          <p:grpSpPr>
            <a:xfrm>
              <a:off x="3224558" y="245821"/>
              <a:ext cx="1441657" cy="2120900"/>
              <a:chOff x="9511273" y="208650"/>
              <a:chExt cx="1441657" cy="2120900"/>
            </a:xfrm>
          </p:grpSpPr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D880963E-AA07-A804-2D7E-2EB86FB4F4ED}"/>
                  </a:ext>
                </a:extLst>
              </p:cNvPr>
              <p:cNvSpPr/>
              <p:nvPr/>
            </p:nvSpPr>
            <p:spPr>
              <a:xfrm>
                <a:off x="10686230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B8AA8D5D-4AAD-DE5C-91E1-F5073AE0EB8A}"/>
                  </a:ext>
                </a:extLst>
              </p:cNvPr>
              <p:cNvSpPr/>
              <p:nvPr/>
            </p:nvSpPr>
            <p:spPr>
              <a:xfrm>
                <a:off x="9511273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71C0E3EA-F29F-C8B7-E681-5B901084BD80}"/>
                </a:ext>
              </a:extLst>
            </p:cNvPr>
            <p:cNvSpPr/>
            <p:nvPr/>
          </p:nvSpPr>
          <p:spPr>
            <a:xfrm>
              <a:off x="7203979" y="245821"/>
              <a:ext cx="266700" cy="212090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381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819882E-2748-6ABB-AD90-BFBE59750ABC}"/>
                </a:ext>
              </a:extLst>
            </p:cNvPr>
            <p:cNvGrpSpPr/>
            <p:nvPr/>
          </p:nvGrpSpPr>
          <p:grpSpPr>
            <a:xfrm>
              <a:off x="5146196" y="364775"/>
              <a:ext cx="663953" cy="1809135"/>
              <a:chOff x="7591169" y="334295"/>
              <a:chExt cx="663953" cy="1809135"/>
            </a:xfrm>
          </p:grpSpPr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C4F61EC7-E3FE-800A-3DB2-CB2C7877C80A}"/>
                  </a:ext>
                </a:extLst>
              </p:cNvPr>
              <p:cNvSpPr/>
              <p:nvPr/>
            </p:nvSpPr>
            <p:spPr>
              <a:xfrm>
                <a:off x="7591169" y="334295"/>
                <a:ext cx="216310" cy="1809135"/>
              </a:xfrm>
              <a:prstGeom prst="rect">
                <a:avLst/>
              </a:prstGeom>
              <a:solidFill>
                <a:srgbClr val="FF0000">
                  <a:alpha val="10000"/>
                </a:srgbClr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D49228C7-9BE2-5F47-C7D7-39FCB8E6E315}"/>
                  </a:ext>
                </a:extLst>
              </p:cNvPr>
              <p:cNvSpPr/>
              <p:nvPr/>
            </p:nvSpPr>
            <p:spPr>
              <a:xfrm>
                <a:off x="7814991" y="334295"/>
                <a:ext cx="216310" cy="1809135"/>
              </a:xfrm>
              <a:prstGeom prst="rect">
                <a:avLst/>
              </a:prstGeom>
              <a:solidFill>
                <a:schemeClr val="accent2">
                  <a:alpha val="10000"/>
                </a:schemeClr>
              </a:solidFill>
              <a:ln w="63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63B04BAE-7F3C-CD5B-7556-8C0128C26875}"/>
                  </a:ext>
                </a:extLst>
              </p:cNvPr>
              <p:cNvSpPr/>
              <p:nvPr/>
            </p:nvSpPr>
            <p:spPr>
              <a:xfrm>
                <a:off x="8038812" y="334295"/>
                <a:ext cx="216310" cy="1809135"/>
              </a:xfrm>
              <a:prstGeom prst="rect">
                <a:avLst/>
              </a:prstGeom>
              <a:solidFill>
                <a:srgbClr val="FFC000">
                  <a:alpha val="10000"/>
                </a:srgbClr>
              </a:solidFill>
              <a:ln w="63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Isosceles Triangle 51">
              <a:extLst>
                <a:ext uri="{FF2B5EF4-FFF2-40B4-BE49-F238E27FC236}">
                  <a16:creationId xmlns:a16="http://schemas.microsoft.com/office/drawing/2014/main" id="{2E1578A6-9D91-7A12-2B7D-0F1C4EF44822}"/>
                </a:ext>
              </a:extLst>
            </p:cNvPr>
            <p:cNvSpPr/>
            <p:nvPr/>
          </p:nvSpPr>
          <p:spPr>
            <a:xfrm rot="5400000">
              <a:off x="4602710" y="630656"/>
              <a:ext cx="1419013" cy="1260882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Isosceles Triangle 52">
              <a:extLst>
                <a:ext uri="{FF2B5EF4-FFF2-40B4-BE49-F238E27FC236}">
                  <a16:creationId xmlns:a16="http://schemas.microsoft.com/office/drawing/2014/main" id="{BC3B68CE-764D-F9CD-ED68-C6AECB7BE38E}"/>
                </a:ext>
              </a:extLst>
            </p:cNvPr>
            <p:cNvSpPr/>
            <p:nvPr/>
          </p:nvSpPr>
          <p:spPr>
            <a:xfrm rot="16200000" flipH="1">
              <a:off x="5855297" y="630656"/>
              <a:ext cx="1419013" cy="1260886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E443C79-7F47-78C1-0604-4971D45B35F8}"/>
                </a:ext>
              </a:extLst>
            </p:cNvPr>
            <p:cNvGrpSpPr/>
            <p:nvPr/>
          </p:nvGrpSpPr>
          <p:grpSpPr>
            <a:xfrm>
              <a:off x="4688869" y="453092"/>
              <a:ext cx="2502609" cy="1344220"/>
              <a:chOff x="6931821" y="422612"/>
              <a:chExt cx="2502609" cy="1344220"/>
            </a:xfrm>
          </p:grpSpPr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870060E9-78BF-9859-5412-27A3F1B18562}"/>
                  </a:ext>
                </a:extLst>
              </p:cNvPr>
              <p:cNvSpPr/>
              <p:nvPr/>
            </p:nvSpPr>
            <p:spPr>
              <a:xfrm>
                <a:off x="6931821" y="653890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8CBE1683-25A2-CB97-AD75-0C203EDBD03B}"/>
                  </a:ext>
                </a:extLst>
              </p:cNvPr>
              <p:cNvSpPr/>
              <p:nvPr/>
            </p:nvSpPr>
            <p:spPr>
              <a:xfrm flipH="1" flipV="1">
                <a:off x="8173543" y="422612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D94AC0A-DE1B-407C-5CB8-8502B02221F1}"/>
                </a:ext>
              </a:extLst>
            </p:cNvPr>
            <p:cNvGrpSpPr/>
            <p:nvPr/>
          </p:nvGrpSpPr>
          <p:grpSpPr>
            <a:xfrm>
              <a:off x="15442918" y="462235"/>
              <a:ext cx="914559" cy="1616500"/>
              <a:chOff x="9712678" y="431755"/>
              <a:chExt cx="914559" cy="1616500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ED9DD612-BF32-2457-4949-945FCB396FA6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Flowchart: Data 184">
                <a:extLst>
                  <a:ext uri="{FF2B5EF4-FFF2-40B4-BE49-F238E27FC236}">
                    <a16:creationId xmlns:a16="http://schemas.microsoft.com/office/drawing/2014/main" id="{7097A102-F301-B568-853F-22A56FD81133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3F88CFD-31D8-5767-118F-03BFA4076BAF}"/>
                </a:ext>
              </a:extLst>
            </p:cNvPr>
            <p:cNvGrpSpPr/>
            <p:nvPr/>
          </p:nvGrpSpPr>
          <p:grpSpPr>
            <a:xfrm flipV="1">
              <a:off x="16632874" y="348961"/>
              <a:ext cx="1267980" cy="1809135"/>
              <a:chOff x="6924728" y="334295"/>
              <a:chExt cx="1267980" cy="1809135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DC954D68-7E9C-C634-1D5C-7410713CE729}"/>
                  </a:ext>
                </a:extLst>
              </p:cNvPr>
              <p:cNvGrpSpPr/>
              <p:nvPr/>
            </p:nvGrpSpPr>
            <p:grpSpPr>
              <a:xfrm>
                <a:off x="6924728" y="334295"/>
                <a:ext cx="1260882" cy="1809135"/>
                <a:chOff x="6924728" y="334295"/>
                <a:chExt cx="1260882" cy="1809135"/>
              </a:xfrm>
            </p:grpSpPr>
            <p:grpSp>
              <p:nvGrpSpPr>
                <p:cNvPr id="179" name="Group 178">
                  <a:extLst>
                    <a:ext uri="{FF2B5EF4-FFF2-40B4-BE49-F238E27FC236}">
                      <a16:creationId xmlns:a16="http://schemas.microsoft.com/office/drawing/2014/main" id="{E7BC189B-1E80-F73B-70E0-63C5BCA9145C}"/>
                    </a:ext>
                  </a:extLst>
                </p:cNvPr>
                <p:cNvGrpSpPr/>
                <p:nvPr/>
              </p:nvGrpSpPr>
              <p:grpSpPr>
                <a:xfrm>
                  <a:off x="7365977" y="334295"/>
                  <a:ext cx="684427" cy="1809135"/>
                  <a:chOff x="7365977" y="334295"/>
                  <a:chExt cx="684427" cy="1809135"/>
                </a:xfrm>
              </p:grpSpPr>
              <p:sp>
                <p:nvSpPr>
                  <p:cNvPr id="181" name="Rectangle 180">
                    <a:extLst>
                      <a:ext uri="{FF2B5EF4-FFF2-40B4-BE49-F238E27FC236}">
                        <a16:creationId xmlns:a16="http://schemas.microsoft.com/office/drawing/2014/main" id="{0FFF62EB-3192-5A2D-6E9F-2075498B6B08}"/>
                      </a:ext>
                    </a:extLst>
                  </p:cNvPr>
                  <p:cNvSpPr/>
                  <p:nvPr/>
                </p:nvSpPr>
                <p:spPr>
                  <a:xfrm>
                    <a:off x="7365977" y="334295"/>
                    <a:ext cx="216310" cy="1809135"/>
                  </a:xfrm>
                  <a:prstGeom prst="rect">
                    <a:avLst/>
                  </a:prstGeom>
                  <a:solidFill>
                    <a:srgbClr val="FF0000">
                      <a:alpha val="10000"/>
                    </a:srgbClr>
                  </a:solidFill>
                  <a:ln w="63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2" name="Rectangle 181">
                    <a:extLst>
                      <a:ext uri="{FF2B5EF4-FFF2-40B4-BE49-F238E27FC236}">
                        <a16:creationId xmlns:a16="http://schemas.microsoft.com/office/drawing/2014/main" id="{0B83EF13-92D8-000C-7F03-1AE88C10BC61}"/>
                      </a:ext>
                    </a:extLst>
                  </p:cNvPr>
                  <p:cNvSpPr/>
                  <p:nvPr/>
                </p:nvSpPr>
                <p:spPr>
                  <a:xfrm>
                    <a:off x="7596624" y="334295"/>
                    <a:ext cx="216310" cy="1809135"/>
                  </a:xfrm>
                  <a:prstGeom prst="rect">
                    <a:avLst/>
                  </a:prstGeom>
                  <a:solidFill>
                    <a:schemeClr val="accent2">
                      <a:alpha val="10000"/>
                    </a:schemeClr>
                  </a:solidFill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Rectangle 182">
                    <a:extLst>
                      <a:ext uri="{FF2B5EF4-FFF2-40B4-BE49-F238E27FC236}">
                        <a16:creationId xmlns:a16="http://schemas.microsoft.com/office/drawing/2014/main" id="{F1E88FB5-33EC-54AA-0FCF-8394356C441B}"/>
                      </a:ext>
                    </a:extLst>
                  </p:cNvPr>
                  <p:cNvSpPr/>
                  <p:nvPr/>
                </p:nvSpPr>
                <p:spPr>
                  <a:xfrm>
                    <a:off x="7834094" y="334295"/>
                    <a:ext cx="216310" cy="1809135"/>
                  </a:xfrm>
                  <a:prstGeom prst="rect">
                    <a:avLst/>
                  </a:prstGeom>
                  <a:solidFill>
                    <a:srgbClr val="FFC000">
                      <a:alpha val="10000"/>
                    </a:srgbClr>
                  </a:solidFill>
                  <a:ln w="63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80" name="Isosceles Triangle 179">
                  <a:extLst>
                    <a:ext uri="{FF2B5EF4-FFF2-40B4-BE49-F238E27FC236}">
                      <a16:creationId xmlns:a16="http://schemas.microsoft.com/office/drawing/2014/main" id="{C60F5A1C-5A6B-61E4-8915-FA85023DB5B8}"/>
                    </a:ext>
                  </a:extLst>
                </p:cNvPr>
                <p:cNvSpPr/>
                <p:nvPr/>
              </p:nvSpPr>
              <p:spPr>
                <a:xfrm rot="5400000">
                  <a:off x="6845662" y="600176"/>
                  <a:ext cx="1419013" cy="1260882"/>
                </a:xfrm>
                <a:prstGeom prst="triangle">
                  <a:avLst/>
                </a:prstGeom>
                <a:solidFill>
                  <a:srgbClr val="00B050">
                    <a:alpha val="20000"/>
                  </a:srgbClr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5B5A7346-2BDA-1A87-BF0C-D00FFF228208}"/>
                  </a:ext>
                </a:extLst>
              </p:cNvPr>
              <p:cNvSpPr/>
              <p:nvPr/>
            </p:nvSpPr>
            <p:spPr>
              <a:xfrm>
                <a:off x="6931821" y="653890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2C9E2FB-F4CC-D0A0-874C-5604AAFF38E7}"/>
                </a:ext>
              </a:extLst>
            </p:cNvPr>
            <p:cNvGrpSpPr/>
            <p:nvPr/>
          </p:nvGrpSpPr>
          <p:grpSpPr>
            <a:xfrm flipV="1">
              <a:off x="9150820" y="352583"/>
              <a:ext cx="663953" cy="1809135"/>
              <a:chOff x="7591169" y="334295"/>
              <a:chExt cx="663953" cy="1809135"/>
            </a:xfrm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C4AE978C-2ABC-5C08-E31A-7EA8719C3D7C}"/>
                  </a:ext>
                </a:extLst>
              </p:cNvPr>
              <p:cNvSpPr/>
              <p:nvPr/>
            </p:nvSpPr>
            <p:spPr>
              <a:xfrm>
                <a:off x="7591169" y="334295"/>
                <a:ext cx="216310" cy="1809135"/>
              </a:xfrm>
              <a:prstGeom prst="rect">
                <a:avLst/>
              </a:prstGeom>
              <a:solidFill>
                <a:srgbClr val="FF0000">
                  <a:alpha val="10000"/>
                </a:srgbClr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9B80E066-CDDD-0952-D4F1-A900F5E30821}"/>
                  </a:ext>
                </a:extLst>
              </p:cNvPr>
              <p:cNvSpPr/>
              <p:nvPr/>
            </p:nvSpPr>
            <p:spPr>
              <a:xfrm>
                <a:off x="7814991" y="334295"/>
                <a:ext cx="216310" cy="1809135"/>
              </a:xfrm>
              <a:prstGeom prst="rect">
                <a:avLst/>
              </a:prstGeom>
              <a:solidFill>
                <a:schemeClr val="accent2">
                  <a:alpha val="10000"/>
                </a:schemeClr>
              </a:solidFill>
              <a:ln w="63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40D4DF67-4C27-693F-99DB-6446E09B4658}"/>
                  </a:ext>
                </a:extLst>
              </p:cNvPr>
              <p:cNvSpPr/>
              <p:nvPr/>
            </p:nvSpPr>
            <p:spPr>
              <a:xfrm>
                <a:off x="8038812" y="334295"/>
                <a:ext cx="216310" cy="1809135"/>
              </a:xfrm>
              <a:prstGeom prst="rect">
                <a:avLst/>
              </a:prstGeom>
              <a:solidFill>
                <a:srgbClr val="FFC000">
                  <a:alpha val="10000"/>
                </a:srgbClr>
              </a:solidFill>
              <a:ln w="63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F14CA133-DA20-C98E-D798-5CCEFDCF764A}"/>
                </a:ext>
              </a:extLst>
            </p:cNvPr>
            <p:cNvSpPr/>
            <p:nvPr/>
          </p:nvSpPr>
          <p:spPr>
            <a:xfrm rot="16200000" flipV="1">
              <a:off x="8586070" y="634955"/>
              <a:ext cx="1419013" cy="1260882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Isosceles Triangle 58">
              <a:extLst>
                <a:ext uri="{FF2B5EF4-FFF2-40B4-BE49-F238E27FC236}">
                  <a16:creationId xmlns:a16="http://schemas.microsoft.com/office/drawing/2014/main" id="{E528F61A-D3F0-ACA6-7B2C-B88B83D86D1B}"/>
                </a:ext>
              </a:extLst>
            </p:cNvPr>
            <p:cNvSpPr/>
            <p:nvPr/>
          </p:nvSpPr>
          <p:spPr>
            <a:xfrm rot="5400000" flipH="1" flipV="1">
              <a:off x="9838657" y="634951"/>
              <a:ext cx="1419013" cy="1260886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48E70925-C2DD-F9F7-9BE7-A17F76B5456D}"/>
                </a:ext>
              </a:extLst>
            </p:cNvPr>
            <p:cNvSpPr/>
            <p:nvPr/>
          </p:nvSpPr>
          <p:spPr>
            <a:xfrm flipV="1">
              <a:off x="8672229" y="729181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EFB9C26-1290-320C-6C05-F4B769B805D8}"/>
                </a:ext>
              </a:extLst>
            </p:cNvPr>
            <p:cNvSpPr/>
            <p:nvPr/>
          </p:nvSpPr>
          <p:spPr>
            <a:xfrm flipH="1">
              <a:off x="9913951" y="960459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FC60DC5E-BAFD-AE29-90E8-0B19DB8A9509}"/>
                </a:ext>
              </a:extLst>
            </p:cNvPr>
            <p:cNvGrpSpPr/>
            <p:nvPr/>
          </p:nvGrpSpPr>
          <p:grpSpPr>
            <a:xfrm flipV="1">
              <a:off x="11453086" y="450043"/>
              <a:ext cx="914559" cy="1616500"/>
              <a:chOff x="9712678" y="431755"/>
              <a:chExt cx="914559" cy="1616500"/>
            </a:xfrm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73A775E6-FC54-1E7C-444F-B70F8513C7D1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Flowchart: Data 172">
                <a:extLst>
                  <a:ext uri="{FF2B5EF4-FFF2-40B4-BE49-F238E27FC236}">
                    <a16:creationId xmlns:a16="http://schemas.microsoft.com/office/drawing/2014/main" id="{4089D83F-8E0B-F487-8E4D-00A7ECD635FC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DFF767E-ABFF-1EA8-5F03-40A4B966C0CF}"/>
                </a:ext>
              </a:extLst>
            </p:cNvPr>
            <p:cNvSpPr txBox="1"/>
            <p:nvPr/>
          </p:nvSpPr>
          <p:spPr>
            <a:xfrm>
              <a:off x="1090734" y="2128600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Detector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75D52E03-2259-E797-1C42-8BA8B1BC27D8}"/>
                </a:ext>
              </a:extLst>
            </p:cNvPr>
            <p:cNvCxnSpPr>
              <a:cxnSpLocks/>
            </p:cNvCxnSpPr>
            <p:nvPr/>
          </p:nvCxnSpPr>
          <p:spPr>
            <a:xfrm>
              <a:off x="13229610" y="366132"/>
              <a:ext cx="0" cy="1809135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642A4FA-118C-D358-DE74-00F79C268B33}"/>
                    </a:ext>
                  </a:extLst>
                </p:cNvPr>
                <p:cNvSpPr txBox="1"/>
                <p:nvPr/>
              </p:nvSpPr>
              <p:spPr>
                <a:xfrm>
                  <a:off x="16466266" y="2103996"/>
                  <a:ext cx="1462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E642A4FA-118C-D358-DE74-00F79C268B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66266" y="2103996"/>
                  <a:ext cx="1462000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66488F9-D671-90EC-C22A-D83F2518CE5A}"/>
                </a:ext>
              </a:extLst>
            </p:cNvPr>
            <p:cNvCxnSpPr/>
            <p:nvPr/>
          </p:nvCxnSpPr>
          <p:spPr>
            <a:xfrm>
              <a:off x="9482797" y="361673"/>
              <a:ext cx="0" cy="1809135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216FA60-FBE2-C368-CCEA-D8C5C7294270}"/>
                </a:ext>
              </a:extLst>
            </p:cNvPr>
            <p:cNvSpPr txBox="1"/>
            <p:nvPr/>
          </p:nvSpPr>
          <p:spPr>
            <a:xfrm>
              <a:off x="8760750" y="2128600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2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8994638-15A0-B165-978E-3E1324750D7D}"/>
                </a:ext>
              </a:extLst>
            </p:cNvPr>
            <p:cNvCxnSpPr/>
            <p:nvPr/>
          </p:nvCxnSpPr>
          <p:spPr>
            <a:xfrm>
              <a:off x="5692299" y="368439"/>
              <a:ext cx="0" cy="1809135"/>
            </a:xfrm>
            <a:prstGeom prst="line">
              <a:avLst/>
            </a:prstGeom>
            <a:ln w="508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436F481-983D-1D33-3AC3-FC38E33103F5}"/>
                </a:ext>
              </a:extLst>
            </p:cNvPr>
            <p:cNvSpPr txBox="1"/>
            <p:nvPr/>
          </p:nvSpPr>
          <p:spPr>
            <a:xfrm>
              <a:off x="4464194" y="2128600"/>
              <a:ext cx="19889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5C265B7-0F04-17A1-9A14-35778E6B6E55}"/>
                </a:ext>
              </a:extLst>
            </p:cNvPr>
            <p:cNvSpPr txBox="1"/>
            <p:nvPr/>
          </p:nvSpPr>
          <p:spPr>
            <a:xfrm>
              <a:off x="16723117" y="-21653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Tissue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CA1172E-CA9C-45CB-E875-F4509228BC9F}"/>
                </a:ext>
              </a:extLst>
            </p:cNvPr>
            <p:cNvGrpSpPr/>
            <p:nvPr/>
          </p:nvGrpSpPr>
          <p:grpSpPr>
            <a:xfrm>
              <a:off x="7475071" y="473535"/>
              <a:ext cx="914559" cy="1616500"/>
              <a:chOff x="9712678" y="431755"/>
              <a:chExt cx="914559" cy="1616500"/>
            </a:xfrm>
          </p:grpSpPr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AA07C78F-2B79-20BC-879B-1EA939F35D04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Flowchart: Data 170">
                <a:extLst>
                  <a:ext uri="{FF2B5EF4-FFF2-40B4-BE49-F238E27FC236}">
                    <a16:creationId xmlns:a16="http://schemas.microsoft.com/office/drawing/2014/main" id="{E24693C2-2FE3-54D8-91CD-569C49DF17B4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9864151C-4632-9205-2501-D0B6706C3E2F}"/>
                </a:ext>
              </a:extLst>
            </p:cNvPr>
            <p:cNvCxnSpPr>
              <a:cxnSpLocks/>
            </p:cNvCxnSpPr>
            <p:nvPr/>
          </p:nvCxnSpPr>
          <p:spPr>
            <a:xfrm>
              <a:off x="17182278" y="356528"/>
              <a:ext cx="0" cy="1809135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EA23E52D-F377-A3BB-2E0D-4E6D3D670545}"/>
                </a:ext>
              </a:extLst>
            </p:cNvPr>
            <p:cNvCxnSpPr/>
            <p:nvPr/>
          </p:nvCxnSpPr>
          <p:spPr>
            <a:xfrm>
              <a:off x="17412924" y="357951"/>
              <a:ext cx="0" cy="1809135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3432C36-EC93-9A7B-147D-98CFF7FFEF57}"/>
                </a:ext>
              </a:extLst>
            </p:cNvPr>
            <p:cNvCxnSpPr/>
            <p:nvPr/>
          </p:nvCxnSpPr>
          <p:spPr>
            <a:xfrm>
              <a:off x="17646907" y="364775"/>
              <a:ext cx="0" cy="1809135"/>
            </a:xfrm>
            <a:prstGeom prst="line">
              <a:avLst/>
            </a:prstGeom>
            <a:ln w="508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998D6015-5A68-9EA3-DB27-E0A29374AD1A}"/>
                </a:ext>
              </a:extLst>
            </p:cNvPr>
            <p:cNvSpPr txBox="1"/>
            <p:nvPr/>
          </p:nvSpPr>
          <p:spPr>
            <a:xfrm>
              <a:off x="12727996" y="2128600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419B808-F9BC-96B1-5B50-2D8993785C0B}"/>
                    </a:ext>
                  </a:extLst>
                </p:cNvPr>
                <p:cNvSpPr txBox="1"/>
                <p:nvPr/>
              </p:nvSpPr>
              <p:spPr>
                <a:xfrm>
                  <a:off x="16777463" y="2128600"/>
                  <a:ext cx="1462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419B808-F9BC-96B1-5B50-2D8993785C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7463" y="2128600"/>
                  <a:ext cx="146200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3D01F69-2256-4E55-AFBF-87717AE0C548}"/>
                    </a:ext>
                  </a:extLst>
                </p:cNvPr>
                <p:cNvSpPr txBox="1"/>
                <p:nvPr/>
              </p:nvSpPr>
              <p:spPr>
                <a:xfrm>
                  <a:off x="17644145" y="2128600"/>
                  <a:ext cx="3918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63D01F69-2256-4E55-AFBF-87717AE0C5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44145" y="2128600"/>
                  <a:ext cx="391860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18750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Isosceles Triangle 77">
              <a:extLst>
                <a:ext uri="{FF2B5EF4-FFF2-40B4-BE49-F238E27FC236}">
                  <a16:creationId xmlns:a16="http://schemas.microsoft.com/office/drawing/2014/main" id="{89CC86C9-8324-7C73-3671-0DE661D5A661}"/>
                </a:ext>
              </a:extLst>
            </p:cNvPr>
            <p:cNvSpPr/>
            <p:nvPr/>
          </p:nvSpPr>
          <p:spPr>
            <a:xfrm rot="5400000">
              <a:off x="12567882" y="622636"/>
              <a:ext cx="1419013" cy="1260882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Isosceles Triangle 78">
              <a:extLst>
                <a:ext uri="{FF2B5EF4-FFF2-40B4-BE49-F238E27FC236}">
                  <a16:creationId xmlns:a16="http://schemas.microsoft.com/office/drawing/2014/main" id="{1A65BF88-A53C-2743-38BC-7B5300FCE585}"/>
                </a:ext>
              </a:extLst>
            </p:cNvPr>
            <p:cNvSpPr/>
            <p:nvPr/>
          </p:nvSpPr>
          <p:spPr>
            <a:xfrm rot="16200000" flipH="1">
              <a:off x="13820469" y="622636"/>
              <a:ext cx="1419013" cy="1260886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5D5F623-AA44-F598-D9EB-7918699FBF93}"/>
                </a:ext>
              </a:extLst>
            </p:cNvPr>
            <p:cNvSpPr/>
            <p:nvPr/>
          </p:nvSpPr>
          <p:spPr>
            <a:xfrm>
              <a:off x="12654041" y="676350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BB1795F-87AD-2491-3192-72C785D52EC1}"/>
                </a:ext>
              </a:extLst>
            </p:cNvPr>
            <p:cNvSpPr/>
            <p:nvPr/>
          </p:nvSpPr>
          <p:spPr>
            <a:xfrm flipH="1" flipV="1">
              <a:off x="13895763" y="445072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7FE0D45-91E1-B2FC-B495-B60FB2A1A988}"/>
                </a:ext>
              </a:extLst>
            </p:cNvPr>
            <p:cNvGrpSpPr/>
            <p:nvPr/>
          </p:nvGrpSpPr>
          <p:grpSpPr>
            <a:xfrm flipV="1">
              <a:off x="3504577" y="528104"/>
              <a:ext cx="914559" cy="1616500"/>
              <a:chOff x="9712678" y="431755"/>
              <a:chExt cx="914559" cy="1616500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E3D7CFD9-5878-7D42-CA12-670D5A8BD4F0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Flowchart: Data 168">
                <a:extLst>
                  <a:ext uri="{FF2B5EF4-FFF2-40B4-BE49-F238E27FC236}">
                    <a16:creationId xmlns:a16="http://schemas.microsoft.com/office/drawing/2014/main" id="{7CC8E98A-01E0-F1B6-F241-FF4A696AD2F0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CF2AEFEE-E8D3-6CFD-4149-7905502AEE9A}"/>
                </a:ext>
              </a:extLst>
            </p:cNvPr>
            <p:cNvGrpSpPr/>
            <p:nvPr/>
          </p:nvGrpSpPr>
          <p:grpSpPr>
            <a:xfrm flipV="1">
              <a:off x="1947653" y="617972"/>
              <a:ext cx="1264656" cy="1517513"/>
              <a:chOff x="8173543" y="422612"/>
              <a:chExt cx="1264656" cy="1517513"/>
            </a:xfrm>
          </p:grpSpPr>
          <p:sp>
            <p:nvSpPr>
              <p:cNvPr id="84" name="Isosceles Triangle 83">
                <a:extLst>
                  <a:ext uri="{FF2B5EF4-FFF2-40B4-BE49-F238E27FC236}">
                    <a16:creationId xmlns:a16="http://schemas.microsoft.com/office/drawing/2014/main" id="{5F7E78E4-0CC3-DEDF-9FDE-6CE2FBEA88C9}"/>
                  </a:ext>
                </a:extLst>
              </p:cNvPr>
              <p:cNvSpPr/>
              <p:nvPr/>
            </p:nvSpPr>
            <p:spPr>
              <a:xfrm rot="16200000" flipH="1">
                <a:off x="8098249" y="600176"/>
                <a:ext cx="1419013" cy="1260886"/>
              </a:xfrm>
              <a:prstGeom prst="triangle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A7655DED-11B6-A2F7-1F14-4FBC1CADA851}"/>
                  </a:ext>
                </a:extLst>
              </p:cNvPr>
              <p:cNvSpPr/>
              <p:nvPr/>
            </p:nvSpPr>
            <p:spPr>
              <a:xfrm flipH="1" flipV="1">
                <a:off x="8173543" y="422612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AE00EC99-6979-33C8-A3A8-D46BA7D9E1B8}"/>
              </a:ext>
            </a:extLst>
          </p:cNvPr>
          <p:cNvGrpSpPr/>
          <p:nvPr/>
        </p:nvGrpSpPr>
        <p:grpSpPr>
          <a:xfrm>
            <a:off x="1080837" y="-89893"/>
            <a:ext cx="9178413" cy="2698143"/>
            <a:chOff x="9061050" y="-89893"/>
            <a:chExt cx="9178413" cy="269814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5D400D4-BDE0-A35E-C018-3F92769ABD5D}"/>
                </a:ext>
              </a:extLst>
            </p:cNvPr>
            <p:cNvGrpSpPr/>
            <p:nvPr/>
          </p:nvGrpSpPr>
          <p:grpSpPr>
            <a:xfrm>
              <a:off x="13121999" y="288515"/>
              <a:ext cx="663953" cy="1809135"/>
              <a:chOff x="7591169" y="334295"/>
              <a:chExt cx="663953" cy="1809135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F999EED-7D82-55C6-8A30-4EAA009AB308}"/>
                  </a:ext>
                </a:extLst>
              </p:cNvPr>
              <p:cNvSpPr/>
              <p:nvPr/>
            </p:nvSpPr>
            <p:spPr>
              <a:xfrm>
                <a:off x="7591169" y="334295"/>
                <a:ext cx="216310" cy="1809135"/>
              </a:xfrm>
              <a:prstGeom prst="rect">
                <a:avLst/>
              </a:prstGeom>
              <a:solidFill>
                <a:srgbClr val="FF0000">
                  <a:alpha val="10000"/>
                </a:srgbClr>
              </a:solidFill>
              <a:ln w="63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4693EFD-CB10-69CD-4DFA-9AB89AEF8509}"/>
                  </a:ext>
                </a:extLst>
              </p:cNvPr>
              <p:cNvSpPr/>
              <p:nvPr/>
            </p:nvSpPr>
            <p:spPr>
              <a:xfrm>
                <a:off x="7814991" y="334295"/>
                <a:ext cx="216310" cy="1809135"/>
              </a:xfrm>
              <a:prstGeom prst="rect">
                <a:avLst/>
              </a:prstGeom>
              <a:solidFill>
                <a:schemeClr val="accent2">
                  <a:alpha val="10000"/>
                </a:schemeClr>
              </a:solidFill>
              <a:ln w="63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D799351-7692-B592-1F5D-24A062B82C1B}"/>
                  </a:ext>
                </a:extLst>
              </p:cNvPr>
              <p:cNvSpPr/>
              <p:nvPr/>
            </p:nvSpPr>
            <p:spPr>
              <a:xfrm>
                <a:off x="8038812" y="334295"/>
                <a:ext cx="216310" cy="1809135"/>
              </a:xfrm>
              <a:prstGeom prst="rect">
                <a:avLst/>
              </a:prstGeom>
              <a:solidFill>
                <a:srgbClr val="FFC000">
                  <a:alpha val="10000"/>
                </a:srgbClr>
              </a:solidFill>
              <a:ln w="635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DC0FC0C-665E-5D6C-D5BF-A5C49BF87DA5}"/>
                </a:ext>
              </a:extLst>
            </p:cNvPr>
            <p:cNvGrpSpPr/>
            <p:nvPr/>
          </p:nvGrpSpPr>
          <p:grpSpPr>
            <a:xfrm>
              <a:off x="9710994" y="310217"/>
              <a:ext cx="245045" cy="1737360"/>
              <a:chOff x="1740678" y="378457"/>
              <a:chExt cx="245045" cy="1737360"/>
            </a:xfrm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B52E4E0-4302-5811-B1AA-79B6BF8D0E98}"/>
                  </a:ext>
                </a:extLst>
              </p:cNvPr>
              <p:cNvSpPr/>
              <p:nvPr/>
            </p:nvSpPr>
            <p:spPr>
              <a:xfrm>
                <a:off x="1740678" y="378457"/>
                <a:ext cx="245045" cy="173736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5A12713F-9341-33F0-276F-B3F5FC74BFF2}"/>
                  </a:ext>
                </a:extLst>
              </p:cNvPr>
              <p:cNvSpPr/>
              <p:nvPr/>
            </p:nvSpPr>
            <p:spPr>
              <a:xfrm>
                <a:off x="1740678" y="1171047"/>
                <a:ext cx="245045" cy="23391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8180B67A-7D70-D3F6-0183-D0ABDD2C34D8}"/>
                  </a:ext>
                </a:extLst>
              </p:cNvPr>
              <p:cNvSpPr/>
              <p:nvPr/>
            </p:nvSpPr>
            <p:spPr>
              <a:xfrm>
                <a:off x="1740678" y="1398433"/>
                <a:ext cx="245045" cy="233916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7" name="Picture 86" descr="A group of orange circles&#10;&#10;Description automatically generated">
              <a:extLst>
                <a:ext uri="{FF2B5EF4-FFF2-40B4-BE49-F238E27FC236}">
                  <a16:creationId xmlns:a16="http://schemas.microsoft.com/office/drawing/2014/main" id="{73BC5077-DFFF-2730-D9BA-FD415B2DC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grayscl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45447" b="61752"/>
            <a:stretch>
              <a:fillRect/>
            </a:stretch>
          </p:blipFill>
          <p:spPr>
            <a:xfrm rot="16200000" flipV="1">
              <a:off x="16603895" y="748038"/>
              <a:ext cx="1809136" cy="898502"/>
            </a:xfrm>
            <a:prstGeom prst="rect">
              <a:avLst/>
            </a:prstGeom>
          </p:spPr>
        </p:pic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F7D0F3BB-1383-C271-18BE-33E9A169F72B}"/>
                </a:ext>
              </a:extLst>
            </p:cNvPr>
            <p:cNvGrpSpPr/>
            <p:nvPr/>
          </p:nvGrpSpPr>
          <p:grpSpPr>
            <a:xfrm>
              <a:off x="15182520" y="170890"/>
              <a:ext cx="1441657" cy="2120900"/>
              <a:chOff x="9511273" y="208650"/>
              <a:chExt cx="1441657" cy="2120900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B67A0A27-D98D-48A5-C43B-B5B03D839253}"/>
                  </a:ext>
                </a:extLst>
              </p:cNvPr>
              <p:cNvSpPr/>
              <p:nvPr/>
            </p:nvSpPr>
            <p:spPr>
              <a:xfrm>
                <a:off x="10686230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EE5354F8-4164-83FB-D51C-9057ACB42AB6}"/>
                  </a:ext>
                </a:extLst>
              </p:cNvPr>
              <p:cNvSpPr/>
              <p:nvPr/>
            </p:nvSpPr>
            <p:spPr>
              <a:xfrm>
                <a:off x="9511273" y="208650"/>
                <a:ext cx="266700" cy="2120900"/>
              </a:xfrm>
              <a:prstGeom prst="ellipse">
                <a:avLst/>
              </a:prstGeom>
              <a:solidFill>
                <a:sysClr val="window" lastClr="FFFFFF">
                  <a:lumMod val="85000"/>
                </a:sysClr>
              </a:solidFill>
              <a:ln w="38100" cap="flat" cmpd="sng" algn="ctr">
                <a:solidFill>
                  <a:srgbClr val="4F81BD">
                    <a:lumMod val="60000"/>
                    <a:lumOff val="4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D38139F-950D-A4DA-8386-37B73617E9CC}"/>
                </a:ext>
              </a:extLst>
            </p:cNvPr>
            <p:cNvSpPr/>
            <p:nvPr/>
          </p:nvSpPr>
          <p:spPr>
            <a:xfrm>
              <a:off x="12373161" y="170890"/>
              <a:ext cx="266700" cy="212090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381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0A709B7-D2EA-F6EF-3DBF-FACFDFCC8F2E}"/>
                </a:ext>
              </a:extLst>
            </p:cNvPr>
            <p:cNvSpPr/>
            <p:nvPr/>
          </p:nvSpPr>
          <p:spPr>
            <a:xfrm>
              <a:off x="11194874" y="177581"/>
              <a:ext cx="266700" cy="2120900"/>
            </a:xfrm>
            <a:prstGeom prst="ellipse">
              <a:avLst/>
            </a:prstGeom>
            <a:solidFill>
              <a:sysClr val="window" lastClr="FFFFFF">
                <a:lumMod val="85000"/>
              </a:sysClr>
            </a:solidFill>
            <a:ln w="38100" cap="flat" cmpd="sng" algn="ctr">
              <a:solidFill>
                <a:srgbClr val="4F81BD">
                  <a:lumMod val="60000"/>
                  <a:lumOff val="4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97C8766-B7EE-A415-D222-91212E95EEB8}"/>
                </a:ext>
              </a:extLst>
            </p:cNvPr>
            <p:cNvGrpSpPr/>
            <p:nvPr/>
          </p:nvGrpSpPr>
          <p:grpSpPr>
            <a:xfrm>
              <a:off x="15442918" y="393995"/>
              <a:ext cx="914559" cy="1616500"/>
              <a:chOff x="9712678" y="431755"/>
              <a:chExt cx="914559" cy="1616500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CC1B7664-8F86-5375-D985-FEDEF961943E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Flowchart: Data 112">
                <a:extLst>
                  <a:ext uri="{FF2B5EF4-FFF2-40B4-BE49-F238E27FC236}">
                    <a16:creationId xmlns:a16="http://schemas.microsoft.com/office/drawing/2014/main" id="{194FCEDB-8E61-9FAB-9E72-031B9C64102B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5CD37846-B4AA-BD28-3A0B-2298EDD39FDC}"/>
                </a:ext>
              </a:extLst>
            </p:cNvPr>
            <p:cNvGrpSpPr/>
            <p:nvPr/>
          </p:nvGrpSpPr>
          <p:grpSpPr>
            <a:xfrm flipV="1">
              <a:off x="16632874" y="280721"/>
              <a:ext cx="1267980" cy="1809135"/>
              <a:chOff x="6924728" y="334295"/>
              <a:chExt cx="1267980" cy="1809135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BED8350E-8AB1-025E-F2EB-B93B966D6907}"/>
                  </a:ext>
                </a:extLst>
              </p:cNvPr>
              <p:cNvGrpSpPr/>
              <p:nvPr/>
            </p:nvGrpSpPr>
            <p:grpSpPr>
              <a:xfrm>
                <a:off x="6924728" y="334295"/>
                <a:ext cx="1260882" cy="1809135"/>
                <a:chOff x="6924728" y="334295"/>
                <a:chExt cx="1260882" cy="1809135"/>
              </a:xfrm>
            </p:grpSpPr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50D4ABEB-85D4-ACED-0E61-1FEFE58D82D8}"/>
                    </a:ext>
                  </a:extLst>
                </p:cNvPr>
                <p:cNvGrpSpPr/>
                <p:nvPr/>
              </p:nvGrpSpPr>
              <p:grpSpPr>
                <a:xfrm>
                  <a:off x="7365977" y="334295"/>
                  <a:ext cx="684427" cy="1809135"/>
                  <a:chOff x="7365977" y="334295"/>
                  <a:chExt cx="684427" cy="1809135"/>
                </a:xfrm>
              </p:grpSpPr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8136D0D1-6214-3995-CF4F-571880D72591}"/>
                      </a:ext>
                    </a:extLst>
                  </p:cNvPr>
                  <p:cNvSpPr/>
                  <p:nvPr/>
                </p:nvSpPr>
                <p:spPr>
                  <a:xfrm>
                    <a:off x="7365977" y="334295"/>
                    <a:ext cx="216310" cy="1809135"/>
                  </a:xfrm>
                  <a:prstGeom prst="rect">
                    <a:avLst/>
                  </a:prstGeom>
                  <a:solidFill>
                    <a:srgbClr val="FF0000">
                      <a:alpha val="10000"/>
                    </a:srgbClr>
                  </a:solidFill>
                  <a:ln w="635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0" name="Rectangle 119">
                    <a:extLst>
                      <a:ext uri="{FF2B5EF4-FFF2-40B4-BE49-F238E27FC236}">
                        <a16:creationId xmlns:a16="http://schemas.microsoft.com/office/drawing/2014/main" id="{2CF37ACE-6BD9-9C38-411A-1C66BF7FEE3F}"/>
                      </a:ext>
                    </a:extLst>
                  </p:cNvPr>
                  <p:cNvSpPr/>
                  <p:nvPr/>
                </p:nvSpPr>
                <p:spPr>
                  <a:xfrm>
                    <a:off x="7596624" y="334295"/>
                    <a:ext cx="216310" cy="1809135"/>
                  </a:xfrm>
                  <a:prstGeom prst="rect">
                    <a:avLst/>
                  </a:prstGeom>
                  <a:solidFill>
                    <a:schemeClr val="accent2">
                      <a:alpha val="10000"/>
                    </a:schemeClr>
                  </a:solidFill>
                  <a:ln w="6350">
                    <a:solidFill>
                      <a:schemeClr val="accent2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1" name="Rectangle 120">
                    <a:extLst>
                      <a:ext uri="{FF2B5EF4-FFF2-40B4-BE49-F238E27FC236}">
                        <a16:creationId xmlns:a16="http://schemas.microsoft.com/office/drawing/2014/main" id="{8A59136C-969D-7290-E4F7-DA017F3C5B2D}"/>
                      </a:ext>
                    </a:extLst>
                  </p:cNvPr>
                  <p:cNvSpPr/>
                  <p:nvPr/>
                </p:nvSpPr>
                <p:spPr>
                  <a:xfrm>
                    <a:off x="7834094" y="334295"/>
                    <a:ext cx="216310" cy="1809135"/>
                  </a:xfrm>
                  <a:prstGeom prst="rect">
                    <a:avLst/>
                  </a:prstGeom>
                  <a:solidFill>
                    <a:srgbClr val="FFC000">
                      <a:alpha val="10000"/>
                    </a:srgbClr>
                  </a:solidFill>
                  <a:ln w="6350">
                    <a:solidFill>
                      <a:srgbClr val="FFC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sp>
              <p:nvSpPr>
                <p:cNvPr id="118" name="Isosceles Triangle 117">
                  <a:extLst>
                    <a:ext uri="{FF2B5EF4-FFF2-40B4-BE49-F238E27FC236}">
                      <a16:creationId xmlns:a16="http://schemas.microsoft.com/office/drawing/2014/main" id="{56CCC56B-9758-E306-1216-E910677586C8}"/>
                    </a:ext>
                  </a:extLst>
                </p:cNvPr>
                <p:cNvSpPr/>
                <p:nvPr/>
              </p:nvSpPr>
              <p:spPr>
                <a:xfrm rot="5400000">
                  <a:off x="6845662" y="600176"/>
                  <a:ext cx="1419013" cy="1260882"/>
                </a:xfrm>
                <a:prstGeom prst="triangle">
                  <a:avLst/>
                </a:prstGeom>
                <a:solidFill>
                  <a:srgbClr val="00B050">
                    <a:alpha val="20000"/>
                  </a:srgbClr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73164DF3-56A0-D44B-9E85-2197CA451850}"/>
                  </a:ext>
                </a:extLst>
              </p:cNvPr>
              <p:cNvSpPr/>
              <p:nvPr/>
            </p:nvSpPr>
            <p:spPr>
              <a:xfrm>
                <a:off x="6931821" y="653890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41B2E215-B440-8477-3AF9-BCE41373E0CC}"/>
                </a:ext>
              </a:extLst>
            </p:cNvPr>
            <p:cNvSpPr txBox="1"/>
            <p:nvPr/>
          </p:nvSpPr>
          <p:spPr>
            <a:xfrm>
              <a:off x="9061050" y="2060360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Detector</a:t>
              </a:r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D24F38A1-7E21-4D3A-D0EB-5791B7DEAD5B}"/>
                </a:ext>
              </a:extLst>
            </p:cNvPr>
            <p:cNvCxnSpPr>
              <a:cxnSpLocks/>
            </p:cNvCxnSpPr>
            <p:nvPr/>
          </p:nvCxnSpPr>
          <p:spPr>
            <a:xfrm>
              <a:off x="13229610" y="297892"/>
              <a:ext cx="0" cy="1809135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0EBDDC06-0F2C-AAD9-67B3-A45EAA250A51}"/>
                    </a:ext>
                  </a:extLst>
                </p:cNvPr>
                <p:cNvSpPr txBox="1"/>
                <p:nvPr/>
              </p:nvSpPr>
              <p:spPr>
                <a:xfrm>
                  <a:off x="16466266" y="2035756"/>
                  <a:ext cx="1462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0EBDDC06-0F2C-AAD9-67B3-A45EAA250A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66266" y="2035756"/>
                  <a:ext cx="1462000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5A3FAD-6556-3735-2667-1C13633986B3}"/>
                </a:ext>
              </a:extLst>
            </p:cNvPr>
            <p:cNvSpPr txBox="1"/>
            <p:nvPr/>
          </p:nvSpPr>
          <p:spPr>
            <a:xfrm>
              <a:off x="12971052" y="2005768"/>
              <a:ext cx="19889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C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1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FA3C25B0-2B68-ACC2-ACA7-D84C880BF404}"/>
                </a:ext>
              </a:extLst>
            </p:cNvPr>
            <p:cNvSpPr txBox="1"/>
            <p:nvPr/>
          </p:nvSpPr>
          <p:spPr>
            <a:xfrm>
              <a:off x="16723117" y="-89893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Tissue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6B42E88-D3F1-A663-0BDB-EC271D8680BA}"/>
                </a:ext>
              </a:extLst>
            </p:cNvPr>
            <p:cNvCxnSpPr>
              <a:cxnSpLocks/>
            </p:cNvCxnSpPr>
            <p:nvPr/>
          </p:nvCxnSpPr>
          <p:spPr>
            <a:xfrm>
              <a:off x="17182278" y="288288"/>
              <a:ext cx="0" cy="1809135"/>
            </a:xfrm>
            <a:prstGeom prst="line">
              <a:avLst/>
            </a:prstGeom>
            <a:ln w="508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BD032E-0400-612D-7580-6732662A2E0A}"/>
                </a:ext>
              </a:extLst>
            </p:cNvPr>
            <p:cNvCxnSpPr/>
            <p:nvPr/>
          </p:nvCxnSpPr>
          <p:spPr>
            <a:xfrm>
              <a:off x="17412924" y="289711"/>
              <a:ext cx="0" cy="1809135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BF05D4-0A46-192E-D8EC-145EFB42E010}"/>
                </a:ext>
              </a:extLst>
            </p:cNvPr>
            <p:cNvCxnSpPr/>
            <p:nvPr/>
          </p:nvCxnSpPr>
          <p:spPr>
            <a:xfrm>
              <a:off x="17646907" y="296535"/>
              <a:ext cx="0" cy="1809135"/>
            </a:xfrm>
            <a:prstGeom prst="line">
              <a:avLst/>
            </a:prstGeom>
            <a:ln w="508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592F73-6B89-C921-2975-0CC5B91B3AA2}"/>
                </a:ext>
              </a:extLst>
            </p:cNvPr>
            <p:cNvSpPr txBox="1"/>
            <p:nvPr/>
          </p:nvSpPr>
          <p:spPr>
            <a:xfrm>
              <a:off x="12195841" y="2005768"/>
              <a:ext cx="1462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1DD6BBE-915B-F469-07BA-A249EFBE3273}"/>
                    </a:ext>
                  </a:extLst>
                </p:cNvPr>
                <p:cNvSpPr txBox="1"/>
                <p:nvPr/>
              </p:nvSpPr>
              <p:spPr>
                <a:xfrm>
                  <a:off x="16777463" y="2060360"/>
                  <a:ext cx="14620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D1DD6BBE-915B-F469-07BA-A249EFBE32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7463" y="2060360"/>
                  <a:ext cx="1462000" cy="400110"/>
                </a:xfrm>
                <a:prstGeom prst="rect">
                  <a:avLst/>
                </a:prstGeom>
                <a:blipFill>
                  <a:blip r:embed="rId8"/>
                  <a:stretch>
                    <a:fillRect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FE425B2-B0D7-11F6-15F1-1DEE50676AA7}"/>
                    </a:ext>
                  </a:extLst>
                </p:cNvPr>
                <p:cNvSpPr txBox="1"/>
                <p:nvPr/>
              </p:nvSpPr>
              <p:spPr>
                <a:xfrm>
                  <a:off x="17644145" y="2060360"/>
                  <a:ext cx="3918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000" b="1" i="1" smtClean="0">
                                <a:solidFill>
                                  <a:srgbClr val="FFC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FE425B2-B0D7-11F6-15F1-1DEE50676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44145" y="2060360"/>
                  <a:ext cx="391860" cy="400110"/>
                </a:xfrm>
                <a:prstGeom prst="rect">
                  <a:avLst/>
                </a:prstGeom>
                <a:blipFill>
                  <a:blip r:embed="rId9"/>
                  <a:stretch>
                    <a:fillRect l="-16923" b="-90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7CB1E93E-B593-B63B-28DB-CB4B40C8C295}"/>
                </a:ext>
              </a:extLst>
            </p:cNvPr>
            <p:cNvSpPr/>
            <p:nvPr/>
          </p:nvSpPr>
          <p:spPr>
            <a:xfrm rot="5400000">
              <a:off x="12567882" y="554396"/>
              <a:ext cx="1419013" cy="1260882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EAADAB66-7DE9-D232-51CB-41C8B14EF16A}"/>
                </a:ext>
              </a:extLst>
            </p:cNvPr>
            <p:cNvSpPr/>
            <p:nvPr/>
          </p:nvSpPr>
          <p:spPr>
            <a:xfrm rot="16200000" flipH="1">
              <a:off x="13820469" y="554396"/>
              <a:ext cx="1419013" cy="1260886"/>
            </a:xfrm>
            <a:prstGeom prst="triangle">
              <a:avLst/>
            </a:prstGeom>
            <a:solidFill>
              <a:srgbClr val="00B050">
                <a:alpha val="20000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7034576-B0F3-4C49-ED02-2CAE72B7268A}"/>
                </a:ext>
              </a:extLst>
            </p:cNvPr>
            <p:cNvSpPr/>
            <p:nvPr/>
          </p:nvSpPr>
          <p:spPr>
            <a:xfrm>
              <a:off x="12654041" y="608110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2CCC4D-082A-E873-6E6D-87C4BF940CE1}"/>
                </a:ext>
              </a:extLst>
            </p:cNvPr>
            <p:cNvSpPr/>
            <p:nvPr/>
          </p:nvSpPr>
          <p:spPr>
            <a:xfrm flipH="1" flipV="1">
              <a:off x="13895763" y="376832"/>
              <a:ext cx="1260887" cy="1112942"/>
            </a:xfrm>
            <a:custGeom>
              <a:avLst/>
              <a:gdLst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10"/>
                <a:gd name="connsiteY0" fmla="*/ 66667 h 1507789"/>
                <a:gd name="connsiteX1" fmla="*/ 164989 w 1484910"/>
                <a:gd name="connsiteY1" fmla="*/ 1505853 h 1507789"/>
                <a:gd name="connsiteX2" fmla="*/ 1484906 w 1484910"/>
                <a:gd name="connsiteY2" fmla="*/ 368817 h 1507789"/>
                <a:gd name="connsiteX3" fmla="*/ 164989 w 1484910"/>
                <a:gd name="connsiteY3" fmla="*/ 66667 h 1507789"/>
                <a:gd name="connsiteX0" fmla="*/ 164989 w 1484906"/>
                <a:gd name="connsiteY0" fmla="*/ 66667 h 1507687"/>
                <a:gd name="connsiteX1" fmla="*/ 164989 w 1484906"/>
                <a:gd name="connsiteY1" fmla="*/ 1505853 h 1507687"/>
                <a:gd name="connsiteX2" fmla="*/ 1484906 w 1484906"/>
                <a:gd name="connsiteY2" fmla="*/ 368817 h 1507687"/>
                <a:gd name="connsiteX3" fmla="*/ 164989 w 1484906"/>
                <a:gd name="connsiteY3" fmla="*/ 66667 h 1507687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56201 h 1497221"/>
                <a:gd name="connsiteX1" fmla="*/ 164989 w 1484906"/>
                <a:gd name="connsiteY1" fmla="*/ 1495387 h 1497221"/>
                <a:gd name="connsiteX2" fmla="*/ 1484906 w 1484906"/>
                <a:gd name="connsiteY2" fmla="*/ 358351 h 1497221"/>
                <a:gd name="connsiteX3" fmla="*/ 164989 w 1484906"/>
                <a:gd name="connsiteY3" fmla="*/ 56201 h 1497221"/>
                <a:gd name="connsiteX0" fmla="*/ 164989 w 1484906"/>
                <a:gd name="connsiteY0" fmla="*/ 0 h 1441020"/>
                <a:gd name="connsiteX1" fmla="*/ 164989 w 1484906"/>
                <a:gd name="connsiteY1" fmla="*/ 1439186 h 1441020"/>
                <a:gd name="connsiteX2" fmla="*/ 1484906 w 1484906"/>
                <a:gd name="connsiteY2" fmla="*/ 302150 h 1441020"/>
                <a:gd name="connsiteX3" fmla="*/ 164989 w 1484906"/>
                <a:gd name="connsiteY3" fmla="*/ 0 h 1441020"/>
                <a:gd name="connsiteX0" fmla="*/ 92142 w 1412059"/>
                <a:gd name="connsiteY0" fmla="*/ 0 h 1441020"/>
                <a:gd name="connsiteX1" fmla="*/ 92142 w 1412059"/>
                <a:gd name="connsiteY1" fmla="*/ 1439186 h 1441020"/>
                <a:gd name="connsiteX2" fmla="*/ 1412059 w 1412059"/>
                <a:gd name="connsiteY2" fmla="*/ 302150 h 1441020"/>
                <a:gd name="connsiteX3" fmla="*/ 92142 w 1412059"/>
                <a:gd name="connsiteY3" fmla="*/ 0 h 1441020"/>
                <a:gd name="connsiteX0" fmla="*/ 68306 w 1388223"/>
                <a:gd name="connsiteY0" fmla="*/ 0 h 1451217"/>
                <a:gd name="connsiteX1" fmla="*/ 68306 w 1388223"/>
                <a:gd name="connsiteY1" fmla="*/ 1439186 h 1451217"/>
                <a:gd name="connsiteX2" fmla="*/ 1388223 w 1388223"/>
                <a:gd name="connsiteY2" fmla="*/ 302150 h 1451217"/>
                <a:gd name="connsiteX3" fmla="*/ 68306 w 1388223"/>
                <a:gd name="connsiteY3" fmla="*/ 0 h 1451217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77091"/>
                <a:gd name="connsiteX1" fmla="*/ 1021 w 1320938"/>
                <a:gd name="connsiteY1" fmla="*/ 1439186 h 1477091"/>
                <a:gd name="connsiteX2" fmla="*/ 1320938 w 1320938"/>
                <a:gd name="connsiteY2" fmla="*/ 302150 h 1477091"/>
                <a:gd name="connsiteX3" fmla="*/ 1021 w 1320938"/>
                <a:gd name="connsiteY3" fmla="*/ 0 h 1477091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20938"/>
                <a:gd name="connsiteY0" fmla="*/ 0 h 1439186"/>
                <a:gd name="connsiteX1" fmla="*/ 1021 w 1320938"/>
                <a:gd name="connsiteY1" fmla="*/ 1439186 h 1439186"/>
                <a:gd name="connsiteX2" fmla="*/ 1320938 w 1320938"/>
                <a:gd name="connsiteY2" fmla="*/ 302150 h 1439186"/>
                <a:gd name="connsiteX3" fmla="*/ 1021 w 1320938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1021 w 1336841"/>
                <a:gd name="connsiteY0" fmla="*/ 0 h 1439186"/>
                <a:gd name="connsiteX1" fmla="*/ 1021 w 1336841"/>
                <a:gd name="connsiteY1" fmla="*/ 1439186 h 1439186"/>
                <a:gd name="connsiteX2" fmla="*/ 1336841 w 1336841"/>
                <a:gd name="connsiteY2" fmla="*/ 81415 h 1439186"/>
                <a:gd name="connsiteX3" fmla="*/ 1021 w 1336841"/>
                <a:gd name="connsiteY3" fmla="*/ 0 h 1439186"/>
                <a:gd name="connsiteX0" fmla="*/ 0 w 1335820"/>
                <a:gd name="connsiteY0" fmla="*/ 0 h 1131497"/>
                <a:gd name="connsiteX1" fmla="*/ 15903 w 1335820"/>
                <a:gd name="connsiteY1" fmla="*/ 1131497 h 1131497"/>
                <a:gd name="connsiteX2" fmla="*/ 1335820 w 1335820"/>
                <a:gd name="connsiteY2" fmla="*/ 81415 h 1131497"/>
                <a:gd name="connsiteX3" fmla="*/ 0 w 1335820"/>
                <a:gd name="connsiteY3" fmla="*/ 0 h 1131497"/>
                <a:gd name="connsiteX0" fmla="*/ 0 w 1327868"/>
                <a:gd name="connsiteY0" fmla="*/ 0 h 1627767"/>
                <a:gd name="connsiteX1" fmla="*/ 7951 w 1327868"/>
                <a:gd name="connsiteY1" fmla="*/ 1627767 h 1627767"/>
                <a:gd name="connsiteX2" fmla="*/ 1327868 w 1327868"/>
                <a:gd name="connsiteY2" fmla="*/ 577685 h 1627767"/>
                <a:gd name="connsiteX3" fmla="*/ 0 w 1327868"/>
                <a:gd name="connsiteY3" fmla="*/ 0 h 1627767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  <a:gd name="connsiteX0" fmla="*/ 0 w 1327868"/>
                <a:gd name="connsiteY0" fmla="*/ 0 h 1488810"/>
                <a:gd name="connsiteX1" fmla="*/ 15903 w 1327868"/>
                <a:gd name="connsiteY1" fmla="*/ 1488810 h 1488810"/>
                <a:gd name="connsiteX2" fmla="*/ 1327868 w 1327868"/>
                <a:gd name="connsiteY2" fmla="*/ 577685 h 1488810"/>
                <a:gd name="connsiteX3" fmla="*/ 0 w 1327868"/>
                <a:gd name="connsiteY3" fmla="*/ 0 h 14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1488810">
                  <a:moveTo>
                    <a:pt x="0" y="0"/>
                  </a:moveTo>
                  <a:cubicBezTo>
                    <a:pt x="2651" y="245165"/>
                    <a:pt x="8758" y="1100820"/>
                    <a:pt x="15903" y="1488810"/>
                  </a:cubicBezTo>
                  <a:cubicBezTo>
                    <a:pt x="235492" y="1317864"/>
                    <a:pt x="1123784" y="763215"/>
                    <a:pt x="1327868" y="5776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6FF33">
                <a:alpha val="20000"/>
              </a:srgbClr>
            </a:solidFill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CEA754B-2BB4-BA5F-1D58-3B6979B15EE7}"/>
                </a:ext>
              </a:extLst>
            </p:cNvPr>
            <p:cNvGrpSpPr/>
            <p:nvPr/>
          </p:nvGrpSpPr>
          <p:grpSpPr>
            <a:xfrm flipV="1">
              <a:off x="11474893" y="459864"/>
              <a:ext cx="914559" cy="1616500"/>
              <a:chOff x="9712678" y="431755"/>
              <a:chExt cx="914559" cy="161650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9D8B9CD-2593-EF54-67F7-C7046C8A7219}"/>
                  </a:ext>
                </a:extLst>
              </p:cNvPr>
              <p:cNvSpPr/>
              <p:nvPr/>
            </p:nvSpPr>
            <p:spPr>
              <a:xfrm>
                <a:off x="9718980" y="521109"/>
                <a:ext cx="908257" cy="1419014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lowchart: Data 26">
                <a:extLst>
                  <a:ext uri="{FF2B5EF4-FFF2-40B4-BE49-F238E27FC236}">
                    <a16:creationId xmlns:a16="http://schemas.microsoft.com/office/drawing/2014/main" id="{F1CE5FA7-4115-6D50-193D-348BF316CC56}"/>
                  </a:ext>
                </a:extLst>
              </p:cNvPr>
              <p:cNvSpPr/>
              <p:nvPr/>
            </p:nvSpPr>
            <p:spPr>
              <a:xfrm rot="16200000">
                <a:off x="9358557" y="785876"/>
                <a:ext cx="1616500" cy="908257"/>
              </a:xfrm>
              <a:prstGeom prst="flowChartInputOutput">
                <a:avLst/>
              </a:pr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58F25F3-C37D-C9D2-60D9-C0B638166663}"/>
                </a:ext>
              </a:extLst>
            </p:cNvPr>
            <p:cNvGrpSpPr/>
            <p:nvPr/>
          </p:nvGrpSpPr>
          <p:grpSpPr>
            <a:xfrm flipV="1">
              <a:off x="9917969" y="549732"/>
              <a:ext cx="1264656" cy="1517513"/>
              <a:chOff x="8173543" y="422612"/>
              <a:chExt cx="1264656" cy="1517513"/>
            </a:xfrm>
          </p:grpSpPr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7ED1EA5D-4F0A-A182-3C7D-3EA8694CF262}"/>
                  </a:ext>
                </a:extLst>
              </p:cNvPr>
              <p:cNvSpPr/>
              <p:nvPr/>
            </p:nvSpPr>
            <p:spPr>
              <a:xfrm rot="16200000" flipH="1">
                <a:off x="8098249" y="600176"/>
                <a:ext cx="1419013" cy="1260886"/>
              </a:xfrm>
              <a:prstGeom prst="triangle">
                <a:avLst/>
              </a:prstGeom>
              <a:solidFill>
                <a:srgbClr val="00B050">
                  <a:alpha val="20000"/>
                </a:srgbClr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4DB58B0-A069-5FCB-1585-B969826C171E}"/>
                  </a:ext>
                </a:extLst>
              </p:cNvPr>
              <p:cNvSpPr/>
              <p:nvPr/>
            </p:nvSpPr>
            <p:spPr>
              <a:xfrm flipH="1" flipV="1">
                <a:off x="8173543" y="422612"/>
                <a:ext cx="1260887" cy="1112942"/>
              </a:xfrm>
              <a:custGeom>
                <a:avLst/>
                <a:gdLst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10"/>
                  <a:gd name="connsiteY0" fmla="*/ 66667 h 1507789"/>
                  <a:gd name="connsiteX1" fmla="*/ 164989 w 1484910"/>
                  <a:gd name="connsiteY1" fmla="*/ 1505853 h 1507789"/>
                  <a:gd name="connsiteX2" fmla="*/ 1484906 w 1484910"/>
                  <a:gd name="connsiteY2" fmla="*/ 368817 h 1507789"/>
                  <a:gd name="connsiteX3" fmla="*/ 164989 w 1484910"/>
                  <a:gd name="connsiteY3" fmla="*/ 66667 h 1507789"/>
                  <a:gd name="connsiteX0" fmla="*/ 164989 w 1484906"/>
                  <a:gd name="connsiteY0" fmla="*/ 66667 h 1507687"/>
                  <a:gd name="connsiteX1" fmla="*/ 164989 w 1484906"/>
                  <a:gd name="connsiteY1" fmla="*/ 1505853 h 1507687"/>
                  <a:gd name="connsiteX2" fmla="*/ 1484906 w 1484906"/>
                  <a:gd name="connsiteY2" fmla="*/ 368817 h 1507687"/>
                  <a:gd name="connsiteX3" fmla="*/ 164989 w 1484906"/>
                  <a:gd name="connsiteY3" fmla="*/ 66667 h 1507687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56201 h 1497221"/>
                  <a:gd name="connsiteX1" fmla="*/ 164989 w 1484906"/>
                  <a:gd name="connsiteY1" fmla="*/ 1495387 h 1497221"/>
                  <a:gd name="connsiteX2" fmla="*/ 1484906 w 1484906"/>
                  <a:gd name="connsiteY2" fmla="*/ 358351 h 1497221"/>
                  <a:gd name="connsiteX3" fmla="*/ 164989 w 1484906"/>
                  <a:gd name="connsiteY3" fmla="*/ 56201 h 1497221"/>
                  <a:gd name="connsiteX0" fmla="*/ 164989 w 1484906"/>
                  <a:gd name="connsiteY0" fmla="*/ 0 h 1441020"/>
                  <a:gd name="connsiteX1" fmla="*/ 164989 w 1484906"/>
                  <a:gd name="connsiteY1" fmla="*/ 1439186 h 1441020"/>
                  <a:gd name="connsiteX2" fmla="*/ 1484906 w 1484906"/>
                  <a:gd name="connsiteY2" fmla="*/ 302150 h 1441020"/>
                  <a:gd name="connsiteX3" fmla="*/ 164989 w 1484906"/>
                  <a:gd name="connsiteY3" fmla="*/ 0 h 1441020"/>
                  <a:gd name="connsiteX0" fmla="*/ 92142 w 1412059"/>
                  <a:gd name="connsiteY0" fmla="*/ 0 h 1441020"/>
                  <a:gd name="connsiteX1" fmla="*/ 92142 w 1412059"/>
                  <a:gd name="connsiteY1" fmla="*/ 1439186 h 1441020"/>
                  <a:gd name="connsiteX2" fmla="*/ 1412059 w 1412059"/>
                  <a:gd name="connsiteY2" fmla="*/ 302150 h 1441020"/>
                  <a:gd name="connsiteX3" fmla="*/ 92142 w 1412059"/>
                  <a:gd name="connsiteY3" fmla="*/ 0 h 1441020"/>
                  <a:gd name="connsiteX0" fmla="*/ 68306 w 1388223"/>
                  <a:gd name="connsiteY0" fmla="*/ 0 h 1451217"/>
                  <a:gd name="connsiteX1" fmla="*/ 68306 w 1388223"/>
                  <a:gd name="connsiteY1" fmla="*/ 1439186 h 1451217"/>
                  <a:gd name="connsiteX2" fmla="*/ 1388223 w 1388223"/>
                  <a:gd name="connsiteY2" fmla="*/ 302150 h 1451217"/>
                  <a:gd name="connsiteX3" fmla="*/ 68306 w 1388223"/>
                  <a:gd name="connsiteY3" fmla="*/ 0 h 1451217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77091"/>
                  <a:gd name="connsiteX1" fmla="*/ 1021 w 1320938"/>
                  <a:gd name="connsiteY1" fmla="*/ 1439186 h 1477091"/>
                  <a:gd name="connsiteX2" fmla="*/ 1320938 w 1320938"/>
                  <a:gd name="connsiteY2" fmla="*/ 302150 h 1477091"/>
                  <a:gd name="connsiteX3" fmla="*/ 1021 w 1320938"/>
                  <a:gd name="connsiteY3" fmla="*/ 0 h 1477091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20938"/>
                  <a:gd name="connsiteY0" fmla="*/ 0 h 1439186"/>
                  <a:gd name="connsiteX1" fmla="*/ 1021 w 1320938"/>
                  <a:gd name="connsiteY1" fmla="*/ 1439186 h 1439186"/>
                  <a:gd name="connsiteX2" fmla="*/ 1320938 w 1320938"/>
                  <a:gd name="connsiteY2" fmla="*/ 302150 h 1439186"/>
                  <a:gd name="connsiteX3" fmla="*/ 1021 w 1320938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1021 w 1336841"/>
                  <a:gd name="connsiteY0" fmla="*/ 0 h 1439186"/>
                  <a:gd name="connsiteX1" fmla="*/ 1021 w 1336841"/>
                  <a:gd name="connsiteY1" fmla="*/ 1439186 h 1439186"/>
                  <a:gd name="connsiteX2" fmla="*/ 1336841 w 1336841"/>
                  <a:gd name="connsiteY2" fmla="*/ 81415 h 1439186"/>
                  <a:gd name="connsiteX3" fmla="*/ 1021 w 1336841"/>
                  <a:gd name="connsiteY3" fmla="*/ 0 h 1439186"/>
                  <a:gd name="connsiteX0" fmla="*/ 0 w 1335820"/>
                  <a:gd name="connsiteY0" fmla="*/ 0 h 1131497"/>
                  <a:gd name="connsiteX1" fmla="*/ 15903 w 1335820"/>
                  <a:gd name="connsiteY1" fmla="*/ 1131497 h 1131497"/>
                  <a:gd name="connsiteX2" fmla="*/ 1335820 w 1335820"/>
                  <a:gd name="connsiteY2" fmla="*/ 81415 h 1131497"/>
                  <a:gd name="connsiteX3" fmla="*/ 0 w 1335820"/>
                  <a:gd name="connsiteY3" fmla="*/ 0 h 1131497"/>
                  <a:gd name="connsiteX0" fmla="*/ 0 w 1327868"/>
                  <a:gd name="connsiteY0" fmla="*/ 0 h 1627767"/>
                  <a:gd name="connsiteX1" fmla="*/ 7951 w 1327868"/>
                  <a:gd name="connsiteY1" fmla="*/ 1627767 h 1627767"/>
                  <a:gd name="connsiteX2" fmla="*/ 1327868 w 1327868"/>
                  <a:gd name="connsiteY2" fmla="*/ 577685 h 1627767"/>
                  <a:gd name="connsiteX3" fmla="*/ 0 w 1327868"/>
                  <a:gd name="connsiteY3" fmla="*/ 0 h 1627767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  <a:gd name="connsiteX0" fmla="*/ 0 w 1327868"/>
                  <a:gd name="connsiteY0" fmla="*/ 0 h 1488810"/>
                  <a:gd name="connsiteX1" fmla="*/ 15903 w 1327868"/>
                  <a:gd name="connsiteY1" fmla="*/ 1488810 h 1488810"/>
                  <a:gd name="connsiteX2" fmla="*/ 1327868 w 1327868"/>
                  <a:gd name="connsiteY2" fmla="*/ 577685 h 1488810"/>
                  <a:gd name="connsiteX3" fmla="*/ 0 w 1327868"/>
                  <a:gd name="connsiteY3" fmla="*/ 0 h 1488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27868" h="1488810">
                    <a:moveTo>
                      <a:pt x="0" y="0"/>
                    </a:moveTo>
                    <a:cubicBezTo>
                      <a:pt x="2651" y="245165"/>
                      <a:pt x="8758" y="1100820"/>
                      <a:pt x="15903" y="1488810"/>
                    </a:cubicBezTo>
                    <a:cubicBezTo>
                      <a:pt x="235492" y="1317864"/>
                      <a:pt x="1123784" y="763215"/>
                      <a:pt x="1327868" y="57768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FF33">
                  <a:alpha val="20000"/>
                </a:srgbClr>
              </a:solidFill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6E4706E2-E006-09F3-05E5-118B3A75900C}"/>
                </a:ext>
              </a:extLst>
            </p:cNvPr>
            <p:cNvCxnSpPr/>
            <p:nvPr/>
          </p:nvCxnSpPr>
          <p:spPr>
            <a:xfrm>
              <a:off x="13453976" y="288287"/>
              <a:ext cx="0" cy="1809135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291D3786-38E6-CF3C-DD32-FB2AD8AA78C9}"/>
                </a:ext>
              </a:extLst>
            </p:cNvPr>
            <p:cNvCxnSpPr/>
            <p:nvPr/>
          </p:nvCxnSpPr>
          <p:spPr>
            <a:xfrm>
              <a:off x="13677797" y="288287"/>
              <a:ext cx="0" cy="1809135"/>
            </a:xfrm>
            <a:prstGeom prst="line">
              <a:avLst/>
            </a:prstGeom>
            <a:ln w="508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2B6C3AF1-3453-6672-E559-5B7835FED751}"/>
                </a:ext>
              </a:extLst>
            </p:cNvPr>
            <p:cNvSpPr txBox="1"/>
            <p:nvPr/>
          </p:nvSpPr>
          <p:spPr>
            <a:xfrm>
              <a:off x="12440457" y="2208140"/>
              <a:ext cx="1988912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SLM 2</a:t>
              </a:r>
            </a:p>
          </p:txBody>
        </p:sp>
      </p:grpSp>
      <p:sp>
        <p:nvSpPr>
          <p:cNvPr id="206" name="TextBox 205">
            <a:extLst>
              <a:ext uri="{FF2B5EF4-FFF2-40B4-BE49-F238E27FC236}">
                <a16:creationId xmlns:a16="http://schemas.microsoft.com/office/drawing/2014/main" id="{17CA9179-5B8E-203E-3C86-A9F69AAB31ED}"/>
              </a:ext>
            </a:extLst>
          </p:cNvPr>
          <p:cNvSpPr txBox="1"/>
          <p:nvPr/>
        </p:nvSpPr>
        <p:spPr>
          <a:xfrm>
            <a:off x="95536" y="689998"/>
            <a:ext cx="146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preserving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8808AD6B-798A-0235-3079-74A59A3331EC}"/>
              </a:ext>
            </a:extLst>
          </p:cNvPr>
          <p:cNvSpPr txBox="1"/>
          <p:nvPr/>
        </p:nvSpPr>
        <p:spPr>
          <a:xfrm>
            <a:off x="95536" y="3585607"/>
            <a:ext cx="146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reverting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607C1D2D-7206-09FE-AE9C-9410C334630D}"/>
              </a:ext>
            </a:extLst>
          </p:cNvPr>
          <p:cNvGrpSpPr/>
          <p:nvPr/>
        </p:nvGrpSpPr>
        <p:grpSpPr>
          <a:xfrm>
            <a:off x="13071068" y="289437"/>
            <a:ext cx="2678074" cy="1624367"/>
            <a:chOff x="9838793" y="1394123"/>
            <a:chExt cx="4055476" cy="2459821"/>
          </a:xfrm>
        </p:grpSpPr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464140F9-AD3A-9EC8-5C16-C76D5AF25723}"/>
                </a:ext>
              </a:extLst>
            </p:cNvPr>
            <p:cNvCxnSpPr>
              <a:cxnSpLocks/>
            </p:cNvCxnSpPr>
            <p:nvPr/>
          </p:nvCxnSpPr>
          <p:spPr>
            <a:xfrm>
              <a:off x="11834994" y="3392774"/>
              <a:ext cx="997568" cy="354583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8FE22067-F00C-C28C-96EA-8034607373AE}"/>
                </a:ext>
              </a:extLst>
            </p:cNvPr>
            <p:cNvCxnSpPr>
              <a:cxnSpLocks/>
            </p:cNvCxnSpPr>
            <p:nvPr/>
          </p:nvCxnSpPr>
          <p:spPr>
            <a:xfrm>
              <a:off x="12839656" y="3747357"/>
              <a:ext cx="1054613" cy="106587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3C430A7A-2E12-39FA-818C-A23672F8FE36}"/>
                </a:ext>
              </a:extLst>
            </p:cNvPr>
            <p:cNvCxnSpPr>
              <a:cxnSpLocks/>
            </p:cNvCxnSpPr>
            <p:nvPr/>
          </p:nvCxnSpPr>
          <p:spPr>
            <a:xfrm>
              <a:off x="9838793" y="1394123"/>
              <a:ext cx="536387" cy="225877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5B7DC5A1-F5F2-6725-0C01-68A8ACA76F4C}"/>
                </a:ext>
              </a:extLst>
            </p:cNvPr>
            <p:cNvCxnSpPr>
              <a:cxnSpLocks/>
            </p:cNvCxnSpPr>
            <p:nvPr/>
          </p:nvCxnSpPr>
          <p:spPr>
            <a:xfrm>
              <a:off x="10329587" y="1598406"/>
              <a:ext cx="508604" cy="329482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B3EE4CCE-3F54-89CF-DD19-E3B2A0D24D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28531" y="1935771"/>
              <a:ext cx="511171" cy="865685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CFFC3A03-9422-C158-CB7C-BDFA4DF34F46}"/>
                </a:ext>
              </a:extLst>
            </p:cNvPr>
            <p:cNvCxnSpPr>
              <a:cxnSpLocks/>
            </p:cNvCxnSpPr>
            <p:nvPr/>
          </p:nvCxnSpPr>
          <p:spPr>
            <a:xfrm>
              <a:off x="11329949" y="2790108"/>
              <a:ext cx="516897" cy="610434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202680CC-6A57-6521-4F8D-2855CFD28DD2}"/>
              </a:ext>
            </a:extLst>
          </p:cNvPr>
          <p:cNvGrpSpPr/>
          <p:nvPr/>
        </p:nvGrpSpPr>
        <p:grpSpPr>
          <a:xfrm>
            <a:off x="13052237" y="281920"/>
            <a:ext cx="2723175" cy="724391"/>
            <a:chOff x="9838793" y="1394123"/>
            <a:chExt cx="4123772" cy="2753957"/>
          </a:xfrm>
        </p:grpSpPr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DC6EF951-E491-4395-D2C7-538FCD759512}"/>
                </a:ext>
              </a:extLst>
            </p:cNvPr>
            <p:cNvCxnSpPr>
              <a:cxnSpLocks/>
            </p:cNvCxnSpPr>
            <p:nvPr/>
          </p:nvCxnSpPr>
          <p:spPr>
            <a:xfrm>
              <a:off x="11920592" y="3165389"/>
              <a:ext cx="994884" cy="69625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B7CC66D7-4035-8EFB-2A61-2EAFD22595D3}"/>
                </a:ext>
              </a:extLst>
            </p:cNvPr>
            <p:cNvCxnSpPr>
              <a:cxnSpLocks/>
            </p:cNvCxnSpPr>
            <p:nvPr/>
          </p:nvCxnSpPr>
          <p:spPr>
            <a:xfrm>
              <a:off x="12915476" y="3861646"/>
              <a:ext cx="1047089" cy="286434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C405C5B7-ABF4-A3CC-E9BD-394D93E346B2}"/>
                </a:ext>
              </a:extLst>
            </p:cNvPr>
            <p:cNvCxnSpPr>
              <a:cxnSpLocks/>
            </p:cNvCxnSpPr>
            <p:nvPr/>
          </p:nvCxnSpPr>
          <p:spPr>
            <a:xfrm>
              <a:off x="9838793" y="1394123"/>
              <a:ext cx="539100" cy="172218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D5CD5EFE-F44A-355F-4E80-B89C53CCBEF4}"/>
                </a:ext>
              </a:extLst>
            </p:cNvPr>
            <p:cNvCxnSpPr>
              <a:cxnSpLocks/>
            </p:cNvCxnSpPr>
            <p:nvPr/>
          </p:nvCxnSpPr>
          <p:spPr>
            <a:xfrm>
              <a:off x="10377893" y="1566340"/>
              <a:ext cx="511171" cy="38071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9B403202-4F4E-5886-510B-F723D63E40BE}"/>
                </a:ext>
              </a:extLst>
            </p:cNvPr>
            <p:cNvCxnSpPr>
              <a:cxnSpLocks/>
            </p:cNvCxnSpPr>
            <p:nvPr/>
          </p:nvCxnSpPr>
          <p:spPr>
            <a:xfrm>
              <a:off x="10873952" y="1947053"/>
              <a:ext cx="498252" cy="69876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0D3886A0-67C2-75CD-5A3F-91FDE7D84274}"/>
                </a:ext>
              </a:extLst>
            </p:cNvPr>
            <p:cNvCxnSpPr>
              <a:cxnSpLocks/>
            </p:cNvCxnSpPr>
            <p:nvPr/>
          </p:nvCxnSpPr>
          <p:spPr>
            <a:xfrm>
              <a:off x="11379676" y="2625633"/>
              <a:ext cx="540915" cy="518837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0C8B1CFD-C069-8EF5-3853-57EEFB7F82D6}"/>
              </a:ext>
            </a:extLst>
          </p:cNvPr>
          <p:cNvGrpSpPr/>
          <p:nvPr/>
        </p:nvGrpSpPr>
        <p:grpSpPr>
          <a:xfrm>
            <a:off x="13051264" y="44442"/>
            <a:ext cx="2750881" cy="2059453"/>
            <a:chOff x="9818990" y="1249420"/>
            <a:chExt cx="4165730" cy="3118683"/>
          </a:xfrm>
        </p:grpSpPr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6831627E-A723-83F3-30E3-D59A7E54FF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22802" y="1249420"/>
              <a:ext cx="0" cy="30981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C3B11998-7397-871D-72E7-D1EFFC2372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18990" y="4339721"/>
              <a:ext cx="416573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A2DFF458-3E55-833A-EB75-6F5F90211285}"/>
                </a:ext>
              </a:extLst>
            </p:cNvPr>
            <p:cNvGrpSpPr/>
            <p:nvPr/>
          </p:nvGrpSpPr>
          <p:grpSpPr>
            <a:xfrm>
              <a:off x="10329587" y="4276663"/>
              <a:ext cx="3514550" cy="91440"/>
              <a:chOff x="10329587" y="4276663"/>
              <a:chExt cx="3514550" cy="91440"/>
            </a:xfrm>
          </p:grpSpPr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0F99341B-3EEF-9932-5DD8-4110B1B7C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29587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CB62650C-FE65-C126-1B58-2544676D68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31666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3257F41F-F2C6-6A55-2D3F-85EA99DE64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333745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57DBEFCC-0F5B-D34A-4C06-E49F845D96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844137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B6D12498-8E34-7129-9E8D-84254424F7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835824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AC2D9428-71AE-63A9-8FA0-E585B4881A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37903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B8A12DB2-07C0-2668-C5A9-4E58C736CF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839982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1BF30CAF-91D4-4224-DA91-68C255BF05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42061" y="4276663"/>
                <a:ext cx="0" cy="914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3" name="TextBox 272">
            <a:extLst>
              <a:ext uri="{FF2B5EF4-FFF2-40B4-BE49-F238E27FC236}">
                <a16:creationId xmlns:a16="http://schemas.microsoft.com/office/drawing/2014/main" id="{52A39FBB-6208-7957-7026-39F8B7BF7C16}"/>
              </a:ext>
            </a:extLst>
          </p:cNvPr>
          <p:cNvSpPr txBox="1"/>
          <p:nvPr/>
        </p:nvSpPr>
        <p:spPr>
          <a:xfrm>
            <a:off x="13572119" y="2060360"/>
            <a:ext cx="231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number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10B1D438-375F-035D-B96F-1D8FBA88236C}"/>
              </a:ext>
            </a:extLst>
          </p:cNvPr>
          <p:cNvSpPr txBox="1"/>
          <p:nvPr/>
        </p:nvSpPr>
        <p:spPr>
          <a:xfrm>
            <a:off x="13258013" y="1835079"/>
            <a:ext cx="290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5D604956-780C-96B2-BCB5-CF88E04667E2}"/>
              </a:ext>
            </a:extLst>
          </p:cNvPr>
          <p:cNvSpPr txBox="1"/>
          <p:nvPr/>
        </p:nvSpPr>
        <p:spPr>
          <a:xfrm>
            <a:off x="13939587" y="1835079"/>
            <a:ext cx="2237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76" name="TextBox 275">
            <a:extLst>
              <a:ext uri="{FF2B5EF4-FFF2-40B4-BE49-F238E27FC236}">
                <a16:creationId xmlns:a16="http://schemas.microsoft.com/office/drawing/2014/main" id="{F0FF8047-62EC-DE86-DC69-6DD537C1EDFA}"/>
              </a:ext>
            </a:extLst>
          </p:cNvPr>
          <p:cNvSpPr txBox="1"/>
          <p:nvPr/>
        </p:nvSpPr>
        <p:spPr>
          <a:xfrm>
            <a:off x="14554251" y="1835079"/>
            <a:ext cx="304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BCD41E71-F337-DDB9-1BE2-A73FC984B1B7}"/>
              </a:ext>
            </a:extLst>
          </p:cNvPr>
          <p:cNvSpPr txBox="1"/>
          <p:nvPr/>
        </p:nvSpPr>
        <p:spPr>
          <a:xfrm>
            <a:off x="15249186" y="1835079"/>
            <a:ext cx="2877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85F46EF7-C411-0839-1BB2-BB6931F88B5E}"/>
              </a:ext>
            </a:extLst>
          </p:cNvPr>
          <p:cNvSpPr txBox="1"/>
          <p:nvPr/>
        </p:nvSpPr>
        <p:spPr>
          <a:xfrm rot="16200000">
            <a:off x="12157287" y="931918"/>
            <a:ext cx="1411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T-mat error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53233EE3-46CD-EA83-66A0-1C98373E5916}"/>
              </a:ext>
            </a:extLst>
          </p:cNvPr>
          <p:cNvSpPr txBox="1"/>
          <p:nvPr/>
        </p:nvSpPr>
        <p:spPr>
          <a:xfrm>
            <a:off x="14162012" y="15102"/>
            <a:ext cx="2316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preserving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578BE030-659F-E53A-7E6E-309F5EEFC2BD}"/>
              </a:ext>
            </a:extLst>
          </p:cNvPr>
          <p:cNvSpPr txBox="1"/>
          <p:nvPr/>
        </p:nvSpPr>
        <p:spPr>
          <a:xfrm>
            <a:off x="14165646" y="281077"/>
            <a:ext cx="2316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reverting</a:t>
            </a:r>
          </a:p>
        </p:txBody>
      </p: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4CF717A3-5FF2-F3F6-07A3-80E2415B976E}"/>
              </a:ext>
            </a:extLst>
          </p:cNvPr>
          <p:cNvCxnSpPr>
            <a:cxnSpLocks/>
          </p:cNvCxnSpPr>
          <p:nvPr/>
        </p:nvCxnSpPr>
        <p:spPr>
          <a:xfrm>
            <a:off x="15795997" y="217424"/>
            <a:ext cx="30400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91B7F301-BA71-B9BF-CA53-EB384C42F618}"/>
              </a:ext>
            </a:extLst>
          </p:cNvPr>
          <p:cNvCxnSpPr>
            <a:cxnSpLocks/>
          </p:cNvCxnSpPr>
          <p:nvPr/>
        </p:nvCxnSpPr>
        <p:spPr>
          <a:xfrm>
            <a:off x="15795997" y="480847"/>
            <a:ext cx="30400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TextBox 291">
            <a:extLst>
              <a:ext uri="{FF2B5EF4-FFF2-40B4-BE49-F238E27FC236}">
                <a16:creationId xmlns:a16="http://schemas.microsoft.com/office/drawing/2014/main" id="{DBD2330B-8C98-F29F-AD3C-D9D055D95B47}"/>
              </a:ext>
            </a:extLst>
          </p:cNvPr>
          <p:cNvSpPr txBox="1"/>
          <p:nvPr/>
        </p:nvSpPr>
        <p:spPr>
          <a:xfrm>
            <a:off x="12319460" y="-55916"/>
            <a:ext cx="231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32DBD4B5-E437-03E2-1F11-F566CE1193D0}"/>
              </a:ext>
            </a:extLst>
          </p:cNvPr>
          <p:cNvSpPr txBox="1"/>
          <p:nvPr/>
        </p:nvSpPr>
        <p:spPr>
          <a:xfrm>
            <a:off x="99796" y="-46454"/>
            <a:ext cx="231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4B105DB5-BCCC-4D8B-B01E-EA3E6A00A2AC}"/>
              </a:ext>
            </a:extLst>
          </p:cNvPr>
          <p:cNvSpPr txBox="1"/>
          <p:nvPr/>
        </p:nvSpPr>
        <p:spPr>
          <a:xfrm>
            <a:off x="99796" y="2925505"/>
            <a:ext cx="2316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05504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6427</TotalTime>
  <Words>47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 Levin</dc:creator>
  <cp:lastModifiedBy>Anat Levin</cp:lastModifiedBy>
  <cp:revision>8</cp:revision>
  <dcterms:created xsi:type="dcterms:W3CDTF">2024-10-20T20:22:26Z</dcterms:created>
  <dcterms:modified xsi:type="dcterms:W3CDTF">2025-11-14T01:25:37Z</dcterms:modified>
</cp:coreProperties>
</file>