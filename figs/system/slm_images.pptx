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82880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99FF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902" y="23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598593"/>
            <a:ext cx="1371600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1921087"/>
            <a:ext cx="137160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9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9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911860"/>
            <a:ext cx="1577340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2447714"/>
            <a:ext cx="1577340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0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973666"/>
            <a:ext cx="77724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973666"/>
            <a:ext cx="77724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8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94734"/>
            <a:ext cx="1577340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896620"/>
            <a:ext cx="7736681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1336040"/>
            <a:ext cx="7736681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896620"/>
            <a:ext cx="7774782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1336040"/>
            <a:ext cx="7774782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9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9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1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243840"/>
            <a:ext cx="5898356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526627"/>
            <a:ext cx="9258300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097280"/>
            <a:ext cx="5898356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20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243840"/>
            <a:ext cx="5898356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526627"/>
            <a:ext cx="9258300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097280"/>
            <a:ext cx="5898356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1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4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194733"/>
            <a:ext cx="3943350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194733"/>
            <a:ext cx="11601450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5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194734"/>
            <a:ext cx="1577340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973666"/>
            <a:ext cx="1577340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3390054"/>
            <a:ext cx="41148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C43F7-52E3-4064-8C37-C5ADEC08D30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3390054"/>
            <a:ext cx="61722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3390054"/>
            <a:ext cx="41148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2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ight on a black surface&#10;&#10;AI-generated content may be incorrect.">
            <a:extLst>
              <a:ext uri="{FF2B5EF4-FFF2-40B4-BE49-F238E27FC236}">
                <a16:creationId xmlns:a16="http://schemas.microsoft.com/office/drawing/2014/main" id="{30C06505-51E6-3879-4138-1A5C9E30F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50"/>
          <a:stretch>
            <a:fillRect/>
          </a:stretch>
        </p:blipFill>
        <p:spPr>
          <a:xfrm>
            <a:off x="12662945" y="104503"/>
            <a:ext cx="5625055" cy="344859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3EFC1A-6280-1675-CAE9-717C65EF1F3A}"/>
              </a:ext>
            </a:extLst>
          </p:cNvPr>
          <p:cNvCxnSpPr/>
          <p:nvPr/>
        </p:nvCxnSpPr>
        <p:spPr>
          <a:xfrm flipH="1">
            <a:off x="17364891" y="189065"/>
            <a:ext cx="644435" cy="1280160"/>
          </a:xfrm>
          <a:prstGeom prst="line">
            <a:avLst/>
          </a:prstGeom>
          <a:ln w="38100">
            <a:solidFill>
              <a:srgbClr val="CC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805653-8B7A-B5C9-4591-7AD22406F785}"/>
              </a:ext>
            </a:extLst>
          </p:cNvPr>
          <p:cNvCxnSpPr/>
          <p:nvPr/>
        </p:nvCxnSpPr>
        <p:spPr>
          <a:xfrm flipH="1">
            <a:off x="17239515" y="848056"/>
            <a:ext cx="644435" cy="1280160"/>
          </a:xfrm>
          <a:prstGeom prst="line">
            <a:avLst/>
          </a:prstGeom>
          <a:ln w="38100">
            <a:solidFill>
              <a:srgbClr val="CC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8F7856-988A-0F43-A880-8014D1B92F43}"/>
              </a:ext>
            </a:extLst>
          </p:cNvPr>
          <p:cNvCxnSpPr>
            <a:cxnSpLocks/>
          </p:cNvCxnSpPr>
          <p:nvPr/>
        </p:nvCxnSpPr>
        <p:spPr>
          <a:xfrm flipH="1">
            <a:off x="17224725" y="1469225"/>
            <a:ext cx="137646" cy="646959"/>
          </a:xfrm>
          <a:prstGeom prst="line">
            <a:avLst/>
          </a:prstGeom>
          <a:ln w="38100">
            <a:solidFill>
              <a:srgbClr val="CC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C8E0D8C-B61D-C63F-8F2F-4968656AE682}"/>
              </a:ext>
            </a:extLst>
          </p:cNvPr>
          <p:cNvGrpSpPr/>
          <p:nvPr/>
        </p:nvGrpSpPr>
        <p:grpSpPr>
          <a:xfrm flipV="1">
            <a:off x="9826041" y="0"/>
            <a:ext cx="2746364" cy="3657600"/>
            <a:chOff x="9826041" y="0"/>
            <a:chExt cx="2746364" cy="3657600"/>
          </a:xfrm>
        </p:grpSpPr>
        <p:pic>
          <p:nvPicPr>
            <p:cNvPr id="14" name="Picture 13" descr="A green light in a rectangular object&#10;&#10;AI-generated content may be incorrect.">
              <a:extLst>
                <a:ext uri="{FF2B5EF4-FFF2-40B4-BE49-F238E27FC236}">
                  <a16:creationId xmlns:a16="http://schemas.microsoft.com/office/drawing/2014/main" id="{01E592C9-C96D-D047-53FD-0B8030A79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6041" y="0"/>
              <a:ext cx="2746364" cy="3657600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D5DBAA9-E6B1-5304-7243-471D94F873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3098" y="2285998"/>
              <a:ext cx="679268" cy="0"/>
            </a:xfrm>
            <a:prstGeom prst="line">
              <a:avLst/>
            </a:prstGeom>
            <a:ln>
              <a:solidFill>
                <a:srgbClr val="CC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B908E00-D81E-B791-1692-1F028BF5D9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3098" y="2542901"/>
              <a:ext cx="679268" cy="0"/>
            </a:xfrm>
            <a:prstGeom prst="line">
              <a:avLst/>
            </a:prstGeom>
            <a:ln>
              <a:solidFill>
                <a:srgbClr val="CC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E87E346-73F7-0609-D8F4-4F28179E72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73098" y="2285998"/>
              <a:ext cx="0" cy="256903"/>
            </a:xfrm>
            <a:prstGeom prst="line">
              <a:avLst/>
            </a:prstGeom>
            <a:ln>
              <a:solidFill>
                <a:srgbClr val="CC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FADA0C7-6455-9225-A106-AD137EA3DC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8514" y="1828800"/>
              <a:ext cx="0" cy="25690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291E84-3E84-6759-6EFB-EE37914741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88009" y="1350335"/>
              <a:ext cx="43452" cy="46975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1692405-4532-0875-5712-B7413CE14C21}"/>
              </a:ext>
            </a:extLst>
          </p:cNvPr>
          <p:cNvCxnSpPr>
            <a:cxnSpLocks/>
          </p:cNvCxnSpPr>
          <p:nvPr/>
        </p:nvCxnSpPr>
        <p:spPr>
          <a:xfrm flipV="1">
            <a:off x="14732928" y="1820091"/>
            <a:ext cx="179235" cy="8822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6644F31-FA50-FD20-2988-7FC5F5FAC281}"/>
              </a:ext>
            </a:extLst>
          </p:cNvPr>
          <p:cNvCxnSpPr>
            <a:cxnSpLocks/>
          </p:cNvCxnSpPr>
          <p:nvPr/>
        </p:nvCxnSpPr>
        <p:spPr>
          <a:xfrm flipH="1" flipV="1">
            <a:off x="12919029" y="2020186"/>
            <a:ext cx="1813898" cy="6821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236A5DC-87C5-14D5-DC23-876C8E8D12C1}"/>
              </a:ext>
            </a:extLst>
          </p:cNvPr>
          <p:cNvCxnSpPr>
            <a:cxnSpLocks/>
          </p:cNvCxnSpPr>
          <p:nvPr/>
        </p:nvCxnSpPr>
        <p:spPr>
          <a:xfrm flipH="1" flipV="1">
            <a:off x="13098265" y="1146647"/>
            <a:ext cx="1813898" cy="6821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B90AD5C0-6FF6-BAF0-A269-6A389F0AE829}"/>
              </a:ext>
            </a:extLst>
          </p:cNvPr>
          <p:cNvSpPr txBox="1"/>
          <p:nvPr/>
        </p:nvSpPr>
        <p:spPr>
          <a:xfrm>
            <a:off x="13716236" y="2701779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D118FD2-5411-19C0-3B7D-3E95150DB4B6}"/>
              </a:ext>
            </a:extLst>
          </p:cNvPr>
          <p:cNvSpPr txBox="1"/>
          <p:nvPr/>
        </p:nvSpPr>
        <p:spPr>
          <a:xfrm>
            <a:off x="16323078" y="311107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9D79BD5-11C3-8935-B987-F6A67EE65189}"/>
              </a:ext>
            </a:extLst>
          </p:cNvPr>
          <p:cNvSpPr txBox="1"/>
          <p:nvPr/>
        </p:nvSpPr>
        <p:spPr>
          <a:xfrm>
            <a:off x="15079272" y="2240114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F4E2B09-8E30-1D70-2A42-7B9E2622D56C}"/>
              </a:ext>
            </a:extLst>
          </p:cNvPr>
          <p:cNvSpPr txBox="1"/>
          <p:nvPr/>
        </p:nvSpPr>
        <p:spPr>
          <a:xfrm>
            <a:off x="14561321" y="411012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3BD3AC3-26E7-A1B5-3570-CDBB28100D58}"/>
              </a:ext>
            </a:extLst>
          </p:cNvPr>
          <p:cNvSpPr txBox="1"/>
          <p:nvPr/>
        </p:nvSpPr>
        <p:spPr>
          <a:xfrm>
            <a:off x="16284915" y="1799550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9101604-F301-94E9-B5BD-3514F53D39D8}"/>
              </a:ext>
            </a:extLst>
          </p:cNvPr>
          <p:cNvSpPr txBox="1"/>
          <p:nvPr/>
        </p:nvSpPr>
        <p:spPr>
          <a:xfrm>
            <a:off x="13498576" y="1637414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FE6C8FA-EFB4-3AC2-42E7-F66004D42B62}"/>
              </a:ext>
            </a:extLst>
          </p:cNvPr>
          <p:cNvSpPr txBox="1"/>
          <p:nvPr/>
        </p:nvSpPr>
        <p:spPr>
          <a:xfrm>
            <a:off x="17362371" y="1654519"/>
            <a:ext cx="39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5504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6450</TotalTime>
  <Words>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 Levin</dc:creator>
  <cp:lastModifiedBy>Anat Levin</cp:lastModifiedBy>
  <cp:revision>9</cp:revision>
  <dcterms:created xsi:type="dcterms:W3CDTF">2024-10-20T20:22:26Z</dcterms:created>
  <dcterms:modified xsi:type="dcterms:W3CDTF">2025-12-10T17:26:50Z</dcterms:modified>
</cp:coreProperties>
</file>