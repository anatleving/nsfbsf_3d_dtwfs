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0698163" cy="4754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00" autoAdjust="0"/>
  </p:normalViewPr>
  <p:slideViewPr>
    <p:cSldViewPr snapToGrid="0">
      <p:cViewPr varScale="1">
        <p:scale>
          <a:sx n="183" d="100"/>
          <a:sy n="183" d="100"/>
        </p:scale>
        <p:origin x="26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7271" y="778120"/>
            <a:ext cx="8023622" cy="1655292"/>
          </a:xfrm>
        </p:spPr>
        <p:txBody>
          <a:bodyPr anchor="b"/>
          <a:lstStyle>
            <a:lvl1pPr algn="ctr"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271" y="2497247"/>
            <a:ext cx="8023622" cy="1147918"/>
          </a:xfrm>
        </p:spPr>
        <p:txBody>
          <a:bodyPr/>
          <a:lstStyle>
            <a:lvl1pPr marL="0" indent="0" algn="ctr">
              <a:buNone/>
              <a:defRPr sz="1664"/>
            </a:lvl1pPr>
            <a:lvl2pPr marL="316977" indent="0" algn="ctr">
              <a:buNone/>
              <a:defRPr sz="1387"/>
            </a:lvl2pPr>
            <a:lvl3pPr marL="633954" indent="0" algn="ctr">
              <a:buNone/>
              <a:defRPr sz="1248"/>
            </a:lvl3pPr>
            <a:lvl4pPr marL="950930" indent="0" algn="ctr">
              <a:buNone/>
              <a:defRPr sz="1109"/>
            </a:lvl4pPr>
            <a:lvl5pPr marL="1267907" indent="0" algn="ctr">
              <a:buNone/>
              <a:defRPr sz="1109"/>
            </a:lvl5pPr>
            <a:lvl6pPr marL="1584884" indent="0" algn="ctr">
              <a:buNone/>
              <a:defRPr sz="1109"/>
            </a:lvl6pPr>
            <a:lvl7pPr marL="1901861" indent="0" algn="ctr">
              <a:buNone/>
              <a:defRPr sz="1109"/>
            </a:lvl7pPr>
            <a:lvl8pPr marL="2218837" indent="0" algn="ctr">
              <a:buNone/>
              <a:defRPr sz="1109"/>
            </a:lvl8pPr>
            <a:lvl9pPr marL="2535814" indent="0" algn="ctr">
              <a:buNone/>
              <a:defRPr sz="11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1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4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927" y="1185340"/>
            <a:ext cx="9227166" cy="1977766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927" y="3181816"/>
            <a:ext cx="9227166" cy="1040060"/>
          </a:xfrm>
        </p:spPr>
        <p:txBody>
          <a:bodyPr/>
          <a:lstStyle>
            <a:lvl1pPr marL="0" indent="0">
              <a:buNone/>
              <a:defRPr sz="1664">
                <a:solidFill>
                  <a:schemeClr val="tx1">
                    <a:tint val="82000"/>
                  </a:schemeClr>
                </a:solidFill>
              </a:defRPr>
            </a:lvl1pPr>
            <a:lvl2pPr marL="31697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2pPr>
            <a:lvl3pPr marL="633954" indent="0">
              <a:buNone/>
              <a:defRPr sz="1248">
                <a:solidFill>
                  <a:schemeClr val="tx1">
                    <a:tint val="82000"/>
                  </a:schemeClr>
                </a:solidFill>
              </a:defRPr>
            </a:lvl3pPr>
            <a:lvl4pPr marL="950930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4pPr>
            <a:lvl5pPr marL="1267907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5pPr>
            <a:lvl6pPr marL="1584884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6pPr>
            <a:lvl7pPr marL="1901861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7pPr>
            <a:lvl8pPr marL="2218837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8pPr>
            <a:lvl9pPr marL="2535814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499" y="1265682"/>
            <a:ext cx="4546719" cy="3016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945" y="1265682"/>
            <a:ext cx="4546719" cy="3016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2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92" y="253137"/>
            <a:ext cx="9227166" cy="9189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93" y="1165528"/>
            <a:ext cx="4525824" cy="571208"/>
          </a:xfrm>
        </p:spPr>
        <p:txBody>
          <a:bodyPr anchor="b"/>
          <a:lstStyle>
            <a:lvl1pPr marL="0" indent="0">
              <a:buNone/>
              <a:defRPr sz="1664" b="1"/>
            </a:lvl1pPr>
            <a:lvl2pPr marL="316977" indent="0">
              <a:buNone/>
              <a:defRPr sz="1387" b="1"/>
            </a:lvl2pPr>
            <a:lvl3pPr marL="633954" indent="0">
              <a:buNone/>
              <a:defRPr sz="1248" b="1"/>
            </a:lvl3pPr>
            <a:lvl4pPr marL="950930" indent="0">
              <a:buNone/>
              <a:defRPr sz="1109" b="1"/>
            </a:lvl4pPr>
            <a:lvl5pPr marL="1267907" indent="0">
              <a:buNone/>
              <a:defRPr sz="1109" b="1"/>
            </a:lvl5pPr>
            <a:lvl6pPr marL="1584884" indent="0">
              <a:buNone/>
              <a:defRPr sz="1109" b="1"/>
            </a:lvl6pPr>
            <a:lvl7pPr marL="1901861" indent="0">
              <a:buNone/>
              <a:defRPr sz="1109" b="1"/>
            </a:lvl7pPr>
            <a:lvl8pPr marL="2218837" indent="0">
              <a:buNone/>
              <a:defRPr sz="1109" b="1"/>
            </a:lvl8pPr>
            <a:lvl9pPr marL="2535814" indent="0">
              <a:buNone/>
              <a:defRPr sz="11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893" y="1736736"/>
            <a:ext cx="4525824" cy="25544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945" y="1165528"/>
            <a:ext cx="4548113" cy="571208"/>
          </a:xfrm>
        </p:spPr>
        <p:txBody>
          <a:bodyPr anchor="b"/>
          <a:lstStyle>
            <a:lvl1pPr marL="0" indent="0">
              <a:buNone/>
              <a:defRPr sz="1664" b="1"/>
            </a:lvl1pPr>
            <a:lvl2pPr marL="316977" indent="0">
              <a:buNone/>
              <a:defRPr sz="1387" b="1"/>
            </a:lvl2pPr>
            <a:lvl3pPr marL="633954" indent="0">
              <a:buNone/>
              <a:defRPr sz="1248" b="1"/>
            </a:lvl3pPr>
            <a:lvl4pPr marL="950930" indent="0">
              <a:buNone/>
              <a:defRPr sz="1109" b="1"/>
            </a:lvl4pPr>
            <a:lvl5pPr marL="1267907" indent="0">
              <a:buNone/>
              <a:defRPr sz="1109" b="1"/>
            </a:lvl5pPr>
            <a:lvl6pPr marL="1584884" indent="0">
              <a:buNone/>
              <a:defRPr sz="1109" b="1"/>
            </a:lvl6pPr>
            <a:lvl7pPr marL="1901861" indent="0">
              <a:buNone/>
              <a:defRPr sz="1109" b="1"/>
            </a:lvl7pPr>
            <a:lvl8pPr marL="2218837" indent="0">
              <a:buNone/>
              <a:defRPr sz="1109" b="1"/>
            </a:lvl8pPr>
            <a:lvl9pPr marL="2535814" indent="0">
              <a:buNone/>
              <a:defRPr sz="11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945" y="1736736"/>
            <a:ext cx="4548113" cy="25544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7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6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92" y="316971"/>
            <a:ext cx="3450436" cy="1109398"/>
          </a:xfrm>
        </p:spPr>
        <p:txBody>
          <a:bodyPr anchor="b"/>
          <a:lstStyle>
            <a:lvl1pPr>
              <a:defRPr sz="22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13" y="684570"/>
            <a:ext cx="5415945" cy="3378821"/>
          </a:xfrm>
        </p:spPr>
        <p:txBody>
          <a:bodyPr/>
          <a:lstStyle>
            <a:lvl1pPr>
              <a:defRPr sz="2219"/>
            </a:lvl1pPr>
            <a:lvl2pPr>
              <a:defRPr sz="1941"/>
            </a:lvl2pPr>
            <a:lvl3pPr>
              <a:defRPr sz="1664"/>
            </a:lvl3pPr>
            <a:lvl4pPr>
              <a:defRPr sz="1387"/>
            </a:lvl4pPr>
            <a:lvl5pPr>
              <a:defRPr sz="1387"/>
            </a:lvl5pPr>
            <a:lvl6pPr>
              <a:defRPr sz="1387"/>
            </a:lvl6pPr>
            <a:lvl7pPr>
              <a:defRPr sz="1387"/>
            </a:lvl7pPr>
            <a:lvl8pPr>
              <a:defRPr sz="1387"/>
            </a:lvl8pPr>
            <a:lvl9pPr>
              <a:defRPr sz="13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892" y="1426369"/>
            <a:ext cx="3450436" cy="2642525"/>
          </a:xfrm>
        </p:spPr>
        <p:txBody>
          <a:bodyPr/>
          <a:lstStyle>
            <a:lvl1pPr marL="0" indent="0">
              <a:buNone/>
              <a:defRPr sz="1109"/>
            </a:lvl1pPr>
            <a:lvl2pPr marL="316977" indent="0">
              <a:buNone/>
              <a:defRPr sz="971"/>
            </a:lvl2pPr>
            <a:lvl3pPr marL="633954" indent="0">
              <a:buNone/>
              <a:defRPr sz="832"/>
            </a:lvl3pPr>
            <a:lvl4pPr marL="950930" indent="0">
              <a:buNone/>
              <a:defRPr sz="693"/>
            </a:lvl4pPr>
            <a:lvl5pPr marL="1267907" indent="0">
              <a:buNone/>
              <a:defRPr sz="693"/>
            </a:lvl5pPr>
            <a:lvl6pPr marL="1584884" indent="0">
              <a:buNone/>
              <a:defRPr sz="693"/>
            </a:lvl6pPr>
            <a:lvl7pPr marL="1901861" indent="0">
              <a:buNone/>
              <a:defRPr sz="693"/>
            </a:lvl7pPr>
            <a:lvl8pPr marL="2218837" indent="0">
              <a:buNone/>
              <a:defRPr sz="693"/>
            </a:lvl8pPr>
            <a:lvl9pPr marL="2535814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3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92" y="316971"/>
            <a:ext cx="3450436" cy="1109398"/>
          </a:xfrm>
        </p:spPr>
        <p:txBody>
          <a:bodyPr anchor="b"/>
          <a:lstStyle>
            <a:lvl1pPr>
              <a:defRPr sz="22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13" y="684570"/>
            <a:ext cx="5415945" cy="3378821"/>
          </a:xfrm>
        </p:spPr>
        <p:txBody>
          <a:bodyPr anchor="t"/>
          <a:lstStyle>
            <a:lvl1pPr marL="0" indent="0">
              <a:buNone/>
              <a:defRPr sz="2219"/>
            </a:lvl1pPr>
            <a:lvl2pPr marL="316977" indent="0">
              <a:buNone/>
              <a:defRPr sz="1941"/>
            </a:lvl2pPr>
            <a:lvl3pPr marL="633954" indent="0">
              <a:buNone/>
              <a:defRPr sz="1664"/>
            </a:lvl3pPr>
            <a:lvl4pPr marL="950930" indent="0">
              <a:buNone/>
              <a:defRPr sz="1387"/>
            </a:lvl4pPr>
            <a:lvl5pPr marL="1267907" indent="0">
              <a:buNone/>
              <a:defRPr sz="1387"/>
            </a:lvl5pPr>
            <a:lvl6pPr marL="1584884" indent="0">
              <a:buNone/>
              <a:defRPr sz="1387"/>
            </a:lvl6pPr>
            <a:lvl7pPr marL="1901861" indent="0">
              <a:buNone/>
              <a:defRPr sz="1387"/>
            </a:lvl7pPr>
            <a:lvl8pPr marL="2218837" indent="0">
              <a:buNone/>
              <a:defRPr sz="1387"/>
            </a:lvl8pPr>
            <a:lvl9pPr marL="2535814" indent="0">
              <a:buNone/>
              <a:defRPr sz="13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892" y="1426369"/>
            <a:ext cx="3450436" cy="2642525"/>
          </a:xfrm>
        </p:spPr>
        <p:txBody>
          <a:bodyPr/>
          <a:lstStyle>
            <a:lvl1pPr marL="0" indent="0">
              <a:buNone/>
              <a:defRPr sz="1109"/>
            </a:lvl1pPr>
            <a:lvl2pPr marL="316977" indent="0">
              <a:buNone/>
              <a:defRPr sz="971"/>
            </a:lvl2pPr>
            <a:lvl3pPr marL="633954" indent="0">
              <a:buNone/>
              <a:defRPr sz="832"/>
            </a:lvl3pPr>
            <a:lvl4pPr marL="950930" indent="0">
              <a:buNone/>
              <a:defRPr sz="693"/>
            </a:lvl4pPr>
            <a:lvl5pPr marL="1267907" indent="0">
              <a:buNone/>
              <a:defRPr sz="693"/>
            </a:lvl5pPr>
            <a:lvl6pPr marL="1584884" indent="0">
              <a:buNone/>
              <a:defRPr sz="693"/>
            </a:lvl6pPr>
            <a:lvl7pPr marL="1901861" indent="0">
              <a:buNone/>
              <a:defRPr sz="693"/>
            </a:lvl7pPr>
            <a:lvl8pPr marL="2218837" indent="0">
              <a:buNone/>
              <a:defRPr sz="693"/>
            </a:lvl8pPr>
            <a:lvl9pPr marL="2535814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1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3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5873" y="253137"/>
            <a:ext cx="2306791" cy="40292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499" y="253137"/>
            <a:ext cx="6786647" cy="40292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2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499" y="253137"/>
            <a:ext cx="9227166" cy="918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499" y="1265682"/>
            <a:ext cx="9227166" cy="3016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499" y="4406776"/>
            <a:ext cx="2407087" cy="253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62978-4B8C-48F0-BE8F-4BB6B7A44B4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767" y="4406776"/>
            <a:ext cx="3610630" cy="253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5577" y="4406776"/>
            <a:ext cx="2407087" cy="253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3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33954" rtl="0" eaLnBrk="1" latinLnBrk="0" hangingPunct="1">
        <a:lnSpc>
          <a:spcPct val="90000"/>
        </a:lnSpc>
        <a:spcBef>
          <a:spcPct val="0"/>
        </a:spcBef>
        <a:buNone/>
        <a:defRPr sz="30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488" indent="-158488" algn="l" defTabSz="63395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1pPr>
      <a:lvl2pPr marL="475465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2pPr>
      <a:lvl3pPr marL="792442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387" kern="1200">
          <a:solidFill>
            <a:schemeClr val="tx1"/>
          </a:solidFill>
          <a:latin typeface="+mn-lt"/>
          <a:ea typeface="+mn-ea"/>
          <a:cs typeface="+mn-cs"/>
        </a:defRPr>
      </a:lvl3pPr>
      <a:lvl4pPr marL="1109419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4pPr>
      <a:lvl5pPr marL="1426395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5pPr>
      <a:lvl6pPr marL="1743372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6pPr>
      <a:lvl7pPr marL="2060349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7pPr>
      <a:lvl8pPr marL="2377326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8pPr>
      <a:lvl9pPr marL="2694302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1pPr>
      <a:lvl2pPr marL="316977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2pPr>
      <a:lvl3pPr marL="633954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3pPr>
      <a:lvl4pPr marL="950930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4pPr>
      <a:lvl5pPr marL="1267907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5pPr>
      <a:lvl6pPr marL="1584884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6pPr>
      <a:lvl7pPr marL="1901861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7pPr>
      <a:lvl8pPr marL="2218837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8pPr>
      <a:lvl9pPr marL="2535814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09EC9EAE-FAF8-DE81-F4BD-3C01DEA0C4A9}"/>
              </a:ext>
            </a:extLst>
          </p:cNvPr>
          <p:cNvGrpSpPr/>
          <p:nvPr/>
        </p:nvGrpSpPr>
        <p:grpSpPr>
          <a:xfrm>
            <a:off x="-87690" y="-222586"/>
            <a:ext cx="10883573" cy="3914681"/>
            <a:chOff x="809791" y="691811"/>
            <a:chExt cx="10883573" cy="3914681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F25FD24-8894-C7C3-8352-0C27C2619020}"/>
                </a:ext>
              </a:extLst>
            </p:cNvPr>
            <p:cNvSpPr/>
            <p:nvPr/>
          </p:nvSpPr>
          <p:spPr>
            <a:xfrm>
              <a:off x="4593265" y="967563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8D228C6-0C2C-8B60-1D7C-C35EA8FCD9D1}"/>
                </a:ext>
              </a:extLst>
            </p:cNvPr>
            <p:cNvSpPr/>
            <p:nvPr/>
          </p:nvSpPr>
          <p:spPr>
            <a:xfrm>
              <a:off x="6850913" y="967563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9E7BCAA-D9DA-2C19-1879-F238551277DD}"/>
                </a:ext>
              </a:extLst>
            </p:cNvPr>
            <p:cNvSpPr/>
            <p:nvPr/>
          </p:nvSpPr>
          <p:spPr>
            <a:xfrm>
              <a:off x="9743290" y="967563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16CF8E23-B706-3263-A9D6-3DBD1E0A3C76}"/>
                </a:ext>
              </a:extLst>
            </p:cNvPr>
            <p:cNvSpPr/>
            <p:nvPr/>
          </p:nvSpPr>
          <p:spPr>
            <a:xfrm rot="16200000">
              <a:off x="2795203" y="2076893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F1F557F-A62D-0E0F-3B5C-044B3BD03D7B}"/>
                </a:ext>
              </a:extLst>
            </p:cNvPr>
            <p:cNvSpPr/>
            <p:nvPr/>
          </p:nvSpPr>
          <p:spPr>
            <a:xfrm rot="16200000">
              <a:off x="8780653" y="2076892"/>
              <a:ext cx="308344" cy="14566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272BC29-2A26-1107-7E78-C3C111FD7B2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934627" y="3474675"/>
              <a:ext cx="0" cy="946947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5E8D8FB-AAFA-39B9-B0CF-94C02D97DCE1}"/>
                </a:ext>
              </a:extLst>
            </p:cNvPr>
            <p:cNvSpPr txBox="1"/>
            <p:nvPr/>
          </p:nvSpPr>
          <p:spPr>
            <a:xfrm>
              <a:off x="2211001" y="3898606"/>
              <a:ext cx="146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 sensor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8E16A9C-D15C-9ED1-098E-A2B799D9739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934825" y="3467584"/>
              <a:ext cx="0" cy="946947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B933284-F58C-E7EF-0155-3E090857B6DB}"/>
                </a:ext>
              </a:extLst>
            </p:cNvPr>
            <p:cNvSpPr txBox="1"/>
            <p:nvPr/>
          </p:nvSpPr>
          <p:spPr>
            <a:xfrm>
              <a:off x="8203825" y="3891515"/>
              <a:ext cx="146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 sensor</a:t>
              </a:r>
            </a:p>
          </p:txBody>
        </p:sp>
        <p:pic>
          <p:nvPicPr>
            <p:cNvPr id="96" name="Picture 95" descr="A close-up of a cell&#10;&#10;AI-generated content may be incorrect.">
              <a:extLst>
                <a:ext uri="{FF2B5EF4-FFF2-40B4-BE49-F238E27FC236}">
                  <a16:creationId xmlns:a16="http://schemas.microsoft.com/office/drawing/2014/main" id="{8A6FFA80-DE95-0694-9813-9E7677557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0075" y="967561"/>
              <a:ext cx="1193852" cy="1456661"/>
            </a:xfrm>
            <a:prstGeom prst="rect">
              <a:avLst/>
            </a:prstGeom>
          </p:spPr>
        </p:pic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B5AC268-B340-E776-999A-280719AB9108}"/>
                </a:ext>
              </a:extLst>
            </p:cNvPr>
            <p:cNvCxnSpPr>
              <a:cxnSpLocks/>
            </p:cNvCxnSpPr>
            <p:nvPr/>
          </p:nvCxnSpPr>
          <p:spPr>
            <a:xfrm>
              <a:off x="10460181" y="1126887"/>
              <a:ext cx="1080654" cy="1138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8409CD2-1465-46AB-FB40-709C3EFA3692}"/>
                </a:ext>
              </a:extLst>
            </p:cNvPr>
            <p:cNvSpPr txBox="1"/>
            <p:nvPr/>
          </p:nvSpPr>
          <p:spPr>
            <a:xfrm rot="2836530">
              <a:off x="10447004" y="1305553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Galvo tilt</a:t>
              </a:r>
            </a:p>
          </p:txBody>
        </p:sp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29F5C09D-84FB-C3D5-D2E0-0390ACC8AF72}"/>
                </a:ext>
              </a:extLst>
            </p:cNvPr>
            <p:cNvSpPr/>
            <p:nvPr/>
          </p:nvSpPr>
          <p:spPr>
            <a:xfrm>
              <a:off x="10538905" y="1196161"/>
              <a:ext cx="846919" cy="1912703"/>
            </a:xfrm>
            <a:custGeom>
              <a:avLst/>
              <a:gdLst>
                <a:gd name="connsiteX0" fmla="*/ 0 w 845128"/>
                <a:gd name="connsiteY0" fmla="*/ 0 h 2915422"/>
                <a:gd name="connsiteX1" fmla="*/ 845128 w 845128"/>
                <a:gd name="connsiteY1" fmla="*/ 0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86692"/>
                <a:gd name="connsiteY0" fmla="*/ 0 h 2915422"/>
                <a:gd name="connsiteX1" fmla="*/ 886692 w 886692"/>
                <a:gd name="connsiteY1" fmla="*/ 983673 h 2915422"/>
                <a:gd name="connsiteX2" fmla="*/ 845128 w 886692"/>
                <a:gd name="connsiteY2" fmla="*/ 2915422 h 2915422"/>
                <a:gd name="connsiteX3" fmla="*/ 0 w 886692"/>
                <a:gd name="connsiteY3" fmla="*/ 2915422 h 2915422"/>
                <a:gd name="connsiteX4" fmla="*/ 0 w 886692"/>
                <a:gd name="connsiteY4" fmla="*/ 0 h 2915422"/>
                <a:gd name="connsiteX0" fmla="*/ 0 w 845128"/>
                <a:gd name="connsiteY0" fmla="*/ 0 h 2915422"/>
                <a:gd name="connsiteX1" fmla="*/ 831274 w 845128"/>
                <a:gd name="connsiteY1" fmla="*/ 955964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45128"/>
                <a:gd name="connsiteY0" fmla="*/ 0 h 2915422"/>
                <a:gd name="connsiteX1" fmla="*/ 831274 w 845128"/>
                <a:gd name="connsiteY1" fmla="*/ 955964 h 2915422"/>
                <a:gd name="connsiteX2" fmla="*/ 845128 w 845128"/>
                <a:gd name="connsiteY2" fmla="*/ 1873431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45128"/>
                <a:gd name="connsiteY0" fmla="*/ 0 h 1894696"/>
                <a:gd name="connsiteX1" fmla="*/ 831274 w 845128"/>
                <a:gd name="connsiteY1" fmla="*/ 955964 h 1894696"/>
                <a:gd name="connsiteX2" fmla="*/ 845128 w 845128"/>
                <a:gd name="connsiteY2" fmla="*/ 1873431 h 1894696"/>
                <a:gd name="connsiteX3" fmla="*/ 10633 w 845128"/>
                <a:gd name="connsiteY3" fmla="*/ 1894696 h 1894696"/>
                <a:gd name="connsiteX4" fmla="*/ 0 w 845128"/>
                <a:gd name="connsiteY4" fmla="*/ 0 h 1894696"/>
                <a:gd name="connsiteX0" fmla="*/ 0 w 845128"/>
                <a:gd name="connsiteY0" fmla="*/ 0 h 1905328"/>
                <a:gd name="connsiteX1" fmla="*/ 831274 w 845128"/>
                <a:gd name="connsiteY1" fmla="*/ 955964 h 1905328"/>
                <a:gd name="connsiteX2" fmla="*/ 845128 w 845128"/>
                <a:gd name="connsiteY2" fmla="*/ 1905328 h 1905328"/>
                <a:gd name="connsiteX3" fmla="*/ 10633 w 845128"/>
                <a:gd name="connsiteY3" fmla="*/ 1894696 h 1905328"/>
                <a:gd name="connsiteX4" fmla="*/ 0 w 845128"/>
                <a:gd name="connsiteY4" fmla="*/ 0 h 1905328"/>
                <a:gd name="connsiteX0" fmla="*/ 0 w 845128"/>
                <a:gd name="connsiteY0" fmla="*/ 0 h 1905329"/>
                <a:gd name="connsiteX1" fmla="*/ 831274 w 845128"/>
                <a:gd name="connsiteY1" fmla="*/ 955964 h 1905329"/>
                <a:gd name="connsiteX2" fmla="*/ 845128 w 845128"/>
                <a:gd name="connsiteY2" fmla="*/ 1905328 h 1905329"/>
                <a:gd name="connsiteX3" fmla="*/ 21265 w 845128"/>
                <a:gd name="connsiteY3" fmla="*/ 1905329 h 1905329"/>
                <a:gd name="connsiteX4" fmla="*/ 0 w 845128"/>
                <a:gd name="connsiteY4" fmla="*/ 0 h 1905329"/>
                <a:gd name="connsiteX0" fmla="*/ 0 w 845128"/>
                <a:gd name="connsiteY0" fmla="*/ 0 h 1912703"/>
                <a:gd name="connsiteX1" fmla="*/ 831274 w 845128"/>
                <a:gd name="connsiteY1" fmla="*/ 955964 h 1912703"/>
                <a:gd name="connsiteX2" fmla="*/ 845128 w 845128"/>
                <a:gd name="connsiteY2" fmla="*/ 1905328 h 1912703"/>
                <a:gd name="connsiteX3" fmla="*/ 21265 w 845128"/>
                <a:gd name="connsiteY3" fmla="*/ 1912703 h 1912703"/>
                <a:gd name="connsiteX4" fmla="*/ 0 w 845128"/>
                <a:gd name="connsiteY4" fmla="*/ 0 h 1912703"/>
                <a:gd name="connsiteX0" fmla="*/ 1791 w 846919"/>
                <a:gd name="connsiteY0" fmla="*/ 0 h 1912703"/>
                <a:gd name="connsiteX1" fmla="*/ 833065 w 846919"/>
                <a:gd name="connsiteY1" fmla="*/ 955964 h 1912703"/>
                <a:gd name="connsiteX2" fmla="*/ 846919 w 846919"/>
                <a:gd name="connsiteY2" fmla="*/ 1905328 h 1912703"/>
                <a:gd name="connsiteX3" fmla="*/ 933 w 846919"/>
                <a:gd name="connsiteY3" fmla="*/ 1912703 h 1912703"/>
                <a:gd name="connsiteX4" fmla="*/ 1791 w 846919"/>
                <a:gd name="connsiteY4" fmla="*/ 0 h 1912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919" h="1912703">
                  <a:moveTo>
                    <a:pt x="1791" y="0"/>
                  </a:moveTo>
                  <a:lnTo>
                    <a:pt x="833065" y="955964"/>
                  </a:lnTo>
                  <a:lnTo>
                    <a:pt x="846919" y="1905328"/>
                  </a:lnTo>
                  <a:lnTo>
                    <a:pt x="933" y="1912703"/>
                  </a:lnTo>
                  <a:cubicBezTo>
                    <a:pt x="-2611" y="1281138"/>
                    <a:pt x="5335" y="631565"/>
                    <a:pt x="1791" y="0"/>
                  </a:cubicBez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19">
              <a:extLst>
                <a:ext uri="{FF2B5EF4-FFF2-40B4-BE49-F238E27FC236}">
                  <a16:creationId xmlns:a16="http://schemas.microsoft.com/office/drawing/2014/main" id="{D48177A1-9537-FEF5-CEB7-443E271A4139}"/>
                </a:ext>
              </a:extLst>
            </p:cNvPr>
            <p:cNvSpPr/>
            <p:nvPr/>
          </p:nvSpPr>
          <p:spPr>
            <a:xfrm rot="16200000" flipV="1">
              <a:off x="10194482" y="949244"/>
              <a:ext cx="872839" cy="1477515"/>
            </a:xfrm>
            <a:custGeom>
              <a:avLst/>
              <a:gdLst>
                <a:gd name="connsiteX0" fmla="*/ 0 w 845128"/>
                <a:gd name="connsiteY0" fmla="*/ 0 h 2915422"/>
                <a:gd name="connsiteX1" fmla="*/ 845128 w 845128"/>
                <a:gd name="connsiteY1" fmla="*/ 0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86692"/>
                <a:gd name="connsiteY0" fmla="*/ 0 h 2915422"/>
                <a:gd name="connsiteX1" fmla="*/ 886692 w 886692"/>
                <a:gd name="connsiteY1" fmla="*/ 983673 h 2915422"/>
                <a:gd name="connsiteX2" fmla="*/ 845128 w 886692"/>
                <a:gd name="connsiteY2" fmla="*/ 2915422 h 2915422"/>
                <a:gd name="connsiteX3" fmla="*/ 0 w 886692"/>
                <a:gd name="connsiteY3" fmla="*/ 2915422 h 2915422"/>
                <a:gd name="connsiteX4" fmla="*/ 0 w 886692"/>
                <a:gd name="connsiteY4" fmla="*/ 0 h 2915422"/>
                <a:gd name="connsiteX0" fmla="*/ 0 w 845128"/>
                <a:gd name="connsiteY0" fmla="*/ 0 h 2915422"/>
                <a:gd name="connsiteX1" fmla="*/ 831274 w 845128"/>
                <a:gd name="connsiteY1" fmla="*/ 955964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45128"/>
                <a:gd name="connsiteY0" fmla="*/ 0 h 2915422"/>
                <a:gd name="connsiteX1" fmla="*/ 817420 w 845128"/>
                <a:gd name="connsiteY1" fmla="*/ 1175850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72838"/>
                <a:gd name="connsiteY0" fmla="*/ 0 h 3292371"/>
                <a:gd name="connsiteX1" fmla="*/ 845130 w 872838"/>
                <a:gd name="connsiteY1" fmla="*/ 1552799 h 3292371"/>
                <a:gd name="connsiteX2" fmla="*/ 872838 w 872838"/>
                <a:gd name="connsiteY2" fmla="*/ 3292371 h 3292371"/>
                <a:gd name="connsiteX3" fmla="*/ 27710 w 872838"/>
                <a:gd name="connsiteY3" fmla="*/ 3292371 h 3292371"/>
                <a:gd name="connsiteX4" fmla="*/ 0 w 872838"/>
                <a:gd name="connsiteY4" fmla="*/ 0 h 3292371"/>
                <a:gd name="connsiteX0" fmla="*/ 0 w 872838"/>
                <a:gd name="connsiteY0" fmla="*/ 0 h 3292371"/>
                <a:gd name="connsiteX1" fmla="*/ 845130 w 872838"/>
                <a:gd name="connsiteY1" fmla="*/ 1552799 h 3292371"/>
                <a:gd name="connsiteX2" fmla="*/ 872838 w 872838"/>
                <a:gd name="connsiteY2" fmla="*/ 3292371 h 3292371"/>
                <a:gd name="connsiteX3" fmla="*/ 8660 w 872838"/>
                <a:gd name="connsiteY3" fmla="*/ 3292370 h 3292371"/>
                <a:gd name="connsiteX4" fmla="*/ 0 w 872838"/>
                <a:gd name="connsiteY4" fmla="*/ 0 h 3292371"/>
                <a:gd name="connsiteX0" fmla="*/ 0 w 872838"/>
                <a:gd name="connsiteY0" fmla="*/ 0 h 3292371"/>
                <a:gd name="connsiteX1" fmla="*/ 870530 w 872838"/>
                <a:gd name="connsiteY1" fmla="*/ 1826347 h 3292371"/>
                <a:gd name="connsiteX2" fmla="*/ 872838 w 872838"/>
                <a:gd name="connsiteY2" fmla="*/ 3292371 h 3292371"/>
                <a:gd name="connsiteX3" fmla="*/ 8660 w 872838"/>
                <a:gd name="connsiteY3" fmla="*/ 3292370 h 3292371"/>
                <a:gd name="connsiteX4" fmla="*/ 0 w 872838"/>
                <a:gd name="connsiteY4" fmla="*/ 0 h 3292371"/>
                <a:gd name="connsiteX0" fmla="*/ 0 w 872839"/>
                <a:gd name="connsiteY0" fmla="*/ -1 h 3349960"/>
                <a:gd name="connsiteX1" fmla="*/ 870531 w 872839"/>
                <a:gd name="connsiteY1" fmla="*/ 1883936 h 3349960"/>
                <a:gd name="connsiteX2" fmla="*/ 872839 w 872839"/>
                <a:gd name="connsiteY2" fmla="*/ 3349960 h 3349960"/>
                <a:gd name="connsiteX3" fmla="*/ 8661 w 872839"/>
                <a:gd name="connsiteY3" fmla="*/ 3349959 h 3349960"/>
                <a:gd name="connsiteX4" fmla="*/ 0 w 872839"/>
                <a:gd name="connsiteY4" fmla="*/ -1 h 334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839" h="3349960">
                  <a:moveTo>
                    <a:pt x="0" y="-1"/>
                  </a:moveTo>
                  <a:lnTo>
                    <a:pt x="870531" y="1883936"/>
                  </a:lnTo>
                  <a:cubicBezTo>
                    <a:pt x="871300" y="2372611"/>
                    <a:pt x="872070" y="2861285"/>
                    <a:pt x="872839" y="3349960"/>
                  </a:cubicBezTo>
                  <a:lnTo>
                    <a:pt x="8661" y="3349959"/>
                  </a:lnTo>
                  <a:cubicBezTo>
                    <a:pt x="5774" y="2252502"/>
                    <a:pt x="2887" y="1097456"/>
                    <a:pt x="0" y="-1"/>
                  </a:cubicBez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DFB89639-7BEB-31AE-D3B1-68F0C7BE9E97}"/>
                </a:ext>
              </a:extLst>
            </p:cNvPr>
            <p:cNvSpPr/>
            <p:nvPr/>
          </p:nvSpPr>
          <p:spPr>
            <a:xfrm rot="16200000">
              <a:off x="8726940" y="958280"/>
              <a:ext cx="872840" cy="1459436"/>
            </a:xfrm>
            <a:prstGeom prst="triangle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4D6FCCB7-5672-D219-9D87-A233B0D5E634}"/>
                </a:ext>
              </a:extLst>
            </p:cNvPr>
            <p:cNvSpPr/>
            <p:nvPr/>
          </p:nvSpPr>
          <p:spPr>
            <a:xfrm rot="5400000" flipH="1">
              <a:off x="7297585" y="958280"/>
              <a:ext cx="872840" cy="1459436"/>
            </a:xfrm>
            <a:prstGeom prst="triangle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D206A94-9684-A8FD-AA78-128EF4C5A8EC}"/>
                </a:ext>
              </a:extLst>
            </p:cNvPr>
            <p:cNvCxnSpPr>
              <a:cxnSpLocks/>
            </p:cNvCxnSpPr>
            <p:nvPr/>
          </p:nvCxnSpPr>
          <p:spPr>
            <a:xfrm>
              <a:off x="8492838" y="1126887"/>
              <a:ext cx="1080654" cy="1138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3C6F8F9-8A4D-F492-DC38-555DB5ADD921}"/>
                </a:ext>
              </a:extLst>
            </p:cNvPr>
            <p:cNvSpPr txBox="1"/>
            <p:nvPr/>
          </p:nvSpPr>
          <p:spPr>
            <a:xfrm rot="2836530">
              <a:off x="8334753" y="1350361"/>
              <a:ext cx="17172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Beam splitter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DF93DD3-4456-6206-7CDA-157F48C584CD}"/>
                </a:ext>
              </a:extLst>
            </p:cNvPr>
            <p:cNvSpPr/>
            <p:nvPr/>
          </p:nvSpPr>
          <p:spPr>
            <a:xfrm>
              <a:off x="4731894" y="1251578"/>
              <a:ext cx="2272265" cy="872840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lowchart: Document 26">
              <a:extLst>
                <a:ext uri="{FF2B5EF4-FFF2-40B4-BE49-F238E27FC236}">
                  <a16:creationId xmlns:a16="http://schemas.microsoft.com/office/drawing/2014/main" id="{C446EF00-58AF-E4AE-7D95-2DC59EADAB64}"/>
                </a:ext>
              </a:extLst>
            </p:cNvPr>
            <p:cNvSpPr/>
            <p:nvPr/>
          </p:nvSpPr>
          <p:spPr>
            <a:xfrm rot="16200000">
              <a:off x="3111488" y="1574362"/>
              <a:ext cx="1272761" cy="243055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" fmla="*/ 0 w 21600"/>
                <a:gd name="connsiteY0" fmla="*/ 0 h 21200"/>
                <a:gd name="connsiteX1" fmla="*/ 21600 w 21600"/>
                <a:gd name="connsiteY1" fmla="*/ 0 h 21200"/>
                <a:gd name="connsiteX2" fmla="*/ 21600 w 21600"/>
                <a:gd name="connsiteY2" fmla="*/ 17322 h 21200"/>
                <a:gd name="connsiteX3" fmla="*/ 14329 w 21600"/>
                <a:gd name="connsiteY3" fmla="*/ 18156 h 21200"/>
                <a:gd name="connsiteX4" fmla="*/ 0 w 21600"/>
                <a:gd name="connsiteY4" fmla="*/ 20172 h 21200"/>
                <a:gd name="connsiteX5" fmla="*/ 0 w 21600"/>
                <a:gd name="connsiteY5" fmla="*/ 0 h 21200"/>
                <a:gd name="connsiteX0" fmla="*/ 0 w 21600"/>
                <a:gd name="connsiteY0" fmla="*/ 0 h 21837"/>
                <a:gd name="connsiteX1" fmla="*/ 21600 w 21600"/>
                <a:gd name="connsiteY1" fmla="*/ 0 h 21837"/>
                <a:gd name="connsiteX2" fmla="*/ 21600 w 21600"/>
                <a:gd name="connsiteY2" fmla="*/ 17322 h 21837"/>
                <a:gd name="connsiteX3" fmla="*/ 14329 w 21600"/>
                <a:gd name="connsiteY3" fmla="*/ 18156 h 21837"/>
                <a:gd name="connsiteX4" fmla="*/ 7355 w 21600"/>
                <a:gd name="connsiteY4" fmla="*/ 20427 h 21837"/>
                <a:gd name="connsiteX5" fmla="*/ 0 w 21600"/>
                <a:gd name="connsiteY5" fmla="*/ 20172 h 21837"/>
                <a:gd name="connsiteX6" fmla="*/ 0 w 21600"/>
                <a:gd name="connsiteY6" fmla="*/ 0 h 21837"/>
                <a:gd name="connsiteX0" fmla="*/ 0 w 21600"/>
                <a:gd name="connsiteY0" fmla="*/ 0 h 20899"/>
                <a:gd name="connsiteX1" fmla="*/ 21600 w 21600"/>
                <a:gd name="connsiteY1" fmla="*/ 0 h 20899"/>
                <a:gd name="connsiteX2" fmla="*/ 21600 w 21600"/>
                <a:gd name="connsiteY2" fmla="*/ 17322 h 20899"/>
                <a:gd name="connsiteX3" fmla="*/ 14329 w 21600"/>
                <a:gd name="connsiteY3" fmla="*/ 18156 h 20899"/>
                <a:gd name="connsiteX4" fmla="*/ 6628 w 21600"/>
                <a:gd name="connsiteY4" fmla="*/ 13614 h 20899"/>
                <a:gd name="connsiteX5" fmla="*/ 0 w 21600"/>
                <a:gd name="connsiteY5" fmla="*/ 20172 h 20899"/>
                <a:gd name="connsiteX6" fmla="*/ 0 w 21600"/>
                <a:gd name="connsiteY6" fmla="*/ 0 h 20899"/>
                <a:gd name="connsiteX0" fmla="*/ 0 w 21600"/>
                <a:gd name="connsiteY0" fmla="*/ 0 h 23688"/>
                <a:gd name="connsiteX1" fmla="*/ 21600 w 21600"/>
                <a:gd name="connsiteY1" fmla="*/ 0 h 23688"/>
                <a:gd name="connsiteX2" fmla="*/ 21600 w 21600"/>
                <a:gd name="connsiteY2" fmla="*/ 17322 h 23688"/>
                <a:gd name="connsiteX3" fmla="*/ 14038 w 21600"/>
                <a:gd name="connsiteY3" fmla="*/ 23671 h 23688"/>
                <a:gd name="connsiteX4" fmla="*/ 6628 w 21600"/>
                <a:gd name="connsiteY4" fmla="*/ 13614 h 23688"/>
                <a:gd name="connsiteX5" fmla="*/ 0 w 21600"/>
                <a:gd name="connsiteY5" fmla="*/ 20172 h 23688"/>
                <a:gd name="connsiteX6" fmla="*/ 0 w 21600"/>
                <a:gd name="connsiteY6" fmla="*/ 0 h 23688"/>
                <a:gd name="connsiteX0" fmla="*/ 0 w 21600"/>
                <a:gd name="connsiteY0" fmla="*/ 0 h 23985"/>
                <a:gd name="connsiteX1" fmla="*/ 21600 w 21600"/>
                <a:gd name="connsiteY1" fmla="*/ 0 h 23985"/>
                <a:gd name="connsiteX2" fmla="*/ 21600 w 21600"/>
                <a:gd name="connsiteY2" fmla="*/ 17322 h 23985"/>
                <a:gd name="connsiteX3" fmla="*/ 19415 w 21600"/>
                <a:gd name="connsiteY3" fmla="*/ 21076 h 23985"/>
                <a:gd name="connsiteX4" fmla="*/ 14038 w 21600"/>
                <a:gd name="connsiteY4" fmla="*/ 23671 h 23985"/>
                <a:gd name="connsiteX5" fmla="*/ 6628 w 21600"/>
                <a:gd name="connsiteY5" fmla="*/ 13614 h 23985"/>
                <a:gd name="connsiteX6" fmla="*/ 0 w 21600"/>
                <a:gd name="connsiteY6" fmla="*/ 20172 h 23985"/>
                <a:gd name="connsiteX7" fmla="*/ 0 w 21600"/>
                <a:gd name="connsiteY7" fmla="*/ 0 h 23985"/>
                <a:gd name="connsiteX0" fmla="*/ 0 w 21600"/>
                <a:gd name="connsiteY0" fmla="*/ 0 h 23847"/>
                <a:gd name="connsiteX1" fmla="*/ 21600 w 21600"/>
                <a:gd name="connsiteY1" fmla="*/ 0 h 23847"/>
                <a:gd name="connsiteX2" fmla="*/ 21600 w 21600"/>
                <a:gd name="connsiteY2" fmla="*/ 17322 h 23847"/>
                <a:gd name="connsiteX3" fmla="*/ 18398 w 21600"/>
                <a:gd name="connsiteY3" fmla="*/ 18156 h 23847"/>
                <a:gd name="connsiteX4" fmla="*/ 14038 w 21600"/>
                <a:gd name="connsiteY4" fmla="*/ 23671 h 23847"/>
                <a:gd name="connsiteX5" fmla="*/ 6628 w 21600"/>
                <a:gd name="connsiteY5" fmla="*/ 13614 h 23847"/>
                <a:gd name="connsiteX6" fmla="*/ 0 w 21600"/>
                <a:gd name="connsiteY6" fmla="*/ 20172 h 23847"/>
                <a:gd name="connsiteX7" fmla="*/ 0 w 21600"/>
                <a:gd name="connsiteY7" fmla="*/ 0 h 23847"/>
                <a:gd name="connsiteX0" fmla="*/ 0 w 21600"/>
                <a:gd name="connsiteY0" fmla="*/ 0 h 22282"/>
                <a:gd name="connsiteX1" fmla="*/ 21600 w 21600"/>
                <a:gd name="connsiteY1" fmla="*/ 0 h 22282"/>
                <a:gd name="connsiteX2" fmla="*/ 21600 w 21600"/>
                <a:gd name="connsiteY2" fmla="*/ 17322 h 22282"/>
                <a:gd name="connsiteX3" fmla="*/ 18398 w 21600"/>
                <a:gd name="connsiteY3" fmla="*/ 18156 h 22282"/>
                <a:gd name="connsiteX4" fmla="*/ 11277 w 21600"/>
                <a:gd name="connsiteY4" fmla="*/ 22049 h 22282"/>
                <a:gd name="connsiteX5" fmla="*/ 6628 w 21600"/>
                <a:gd name="connsiteY5" fmla="*/ 13614 h 22282"/>
                <a:gd name="connsiteX6" fmla="*/ 0 w 21600"/>
                <a:gd name="connsiteY6" fmla="*/ 20172 h 22282"/>
                <a:gd name="connsiteX7" fmla="*/ 0 w 21600"/>
                <a:gd name="connsiteY7" fmla="*/ 0 h 22282"/>
                <a:gd name="connsiteX0" fmla="*/ 0 w 21600"/>
                <a:gd name="connsiteY0" fmla="*/ 0 h 22244"/>
                <a:gd name="connsiteX1" fmla="*/ 21600 w 21600"/>
                <a:gd name="connsiteY1" fmla="*/ 0 h 22244"/>
                <a:gd name="connsiteX2" fmla="*/ 21600 w 21600"/>
                <a:gd name="connsiteY2" fmla="*/ 17322 h 22244"/>
                <a:gd name="connsiteX3" fmla="*/ 18398 w 21600"/>
                <a:gd name="connsiteY3" fmla="*/ 17183 h 22244"/>
                <a:gd name="connsiteX4" fmla="*/ 11277 w 21600"/>
                <a:gd name="connsiteY4" fmla="*/ 22049 h 22244"/>
                <a:gd name="connsiteX5" fmla="*/ 6628 w 21600"/>
                <a:gd name="connsiteY5" fmla="*/ 13614 h 22244"/>
                <a:gd name="connsiteX6" fmla="*/ 0 w 21600"/>
                <a:gd name="connsiteY6" fmla="*/ 20172 h 22244"/>
                <a:gd name="connsiteX7" fmla="*/ 0 w 21600"/>
                <a:gd name="connsiteY7" fmla="*/ 0 h 2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00" h="22244">
                  <a:moveTo>
                    <a:pt x="0" y="0"/>
                  </a:moveTo>
                  <a:lnTo>
                    <a:pt x="21600" y="0"/>
                  </a:lnTo>
                  <a:lnTo>
                    <a:pt x="21600" y="17322"/>
                  </a:lnTo>
                  <a:cubicBezTo>
                    <a:pt x="21236" y="20835"/>
                    <a:pt x="19658" y="16125"/>
                    <a:pt x="18398" y="17183"/>
                  </a:cubicBezTo>
                  <a:cubicBezTo>
                    <a:pt x="17138" y="18241"/>
                    <a:pt x="13408" y="23293"/>
                    <a:pt x="11277" y="22049"/>
                  </a:cubicBezTo>
                  <a:cubicBezTo>
                    <a:pt x="8903" y="22567"/>
                    <a:pt x="9016" y="13278"/>
                    <a:pt x="6628" y="13614"/>
                  </a:cubicBezTo>
                  <a:cubicBezTo>
                    <a:pt x="4240" y="13950"/>
                    <a:pt x="1226" y="23576"/>
                    <a:pt x="0" y="201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E2BA976-45B0-AEDB-2E36-8FCF8F8A3E6A}"/>
                </a:ext>
              </a:extLst>
            </p:cNvPr>
            <p:cNvSpPr txBox="1"/>
            <p:nvPr/>
          </p:nvSpPr>
          <p:spPr>
            <a:xfrm>
              <a:off x="2993834" y="2316901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56F784A-B35A-F442-EF41-FBA9CBB214CB}"/>
                </a:ext>
              </a:extLst>
            </p:cNvPr>
            <p:cNvSpPr txBox="1"/>
            <p:nvPr/>
          </p:nvSpPr>
          <p:spPr>
            <a:xfrm>
              <a:off x="10231364" y="339419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 laser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B52CA4A-9D16-3A0E-1035-1ED2170BD34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88670" y="1098211"/>
              <a:ext cx="1080654" cy="1138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Isosceles Triangle 32">
              <a:extLst>
                <a:ext uri="{FF2B5EF4-FFF2-40B4-BE49-F238E27FC236}">
                  <a16:creationId xmlns:a16="http://schemas.microsoft.com/office/drawing/2014/main" id="{3394260A-A924-3FCA-607B-05F6340BEBA0}"/>
                </a:ext>
              </a:extLst>
            </p:cNvPr>
            <p:cNvSpPr/>
            <p:nvPr/>
          </p:nvSpPr>
          <p:spPr>
            <a:xfrm rot="16200000">
              <a:off x="3563564" y="954593"/>
              <a:ext cx="872840" cy="1466810"/>
            </a:xfrm>
            <a:custGeom>
              <a:avLst/>
              <a:gdLst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872840 w 872840"/>
                <a:gd name="connsiteY2" fmla="*/ 1459436 h 1459436"/>
                <a:gd name="connsiteX3" fmla="*/ 0 w 872840"/>
                <a:gd name="connsiteY3" fmla="*/ 1459436 h 1459436"/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502095 w 872840"/>
                <a:gd name="connsiteY2" fmla="*/ 199292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553714 w 872840"/>
                <a:gd name="connsiteY2" fmla="*/ 7563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872840"/>
                <a:gd name="connsiteY0" fmla="*/ 1466810 h 1466810"/>
                <a:gd name="connsiteX1" fmla="*/ 370052 w 872840"/>
                <a:gd name="connsiteY1" fmla="*/ 0 h 1466810"/>
                <a:gd name="connsiteX2" fmla="*/ 553714 w 872840"/>
                <a:gd name="connsiteY2" fmla="*/ 14937 h 1466810"/>
                <a:gd name="connsiteX3" fmla="*/ 872840 w 872840"/>
                <a:gd name="connsiteY3" fmla="*/ 1466810 h 1466810"/>
                <a:gd name="connsiteX4" fmla="*/ 0 w 872840"/>
                <a:gd name="connsiteY4" fmla="*/ 1466810 h 146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840" h="1466810">
                  <a:moveTo>
                    <a:pt x="0" y="1466810"/>
                  </a:moveTo>
                  <a:lnTo>
                    <a:pt x="370052" y="0"/>
                  </a:lnTo>
                  <a:lnTo>
                    <a:pt x="553714" y="14937"/>
                  </a:lnTo>
                  <a:lnTo>
                    <a:pt x="872840" y="1466810"/>
                  </a:lnTo>
                  <a:lnTo>
                    <a:pt x="0" y="1466810"/>
                  </a:ln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Isosceles Triangle 33">
              <a:extLst>
                <a:ext uri="{FF2B5EF4-FFF2-40B4-BE49-F238E27FC236}">
                  <a16:creationId xmlns:a16="http://schemas.microsoft.com/office/drawing/2014/main" id="{4ACA5C55-79BC-BA22-8B47-0C10D02B2AAB}"/>
                </a:ext>
              </a:extLst>
            </p:cNvPr>
            <p:cNvSpPr/>
            <p:nvPr/>
          </p:nvSpPr>
          <p:spPr>
            <a:xfrm>
              <a:off x="2509865" y="1591290"/>
              <a:ext cx="872840" cy="1208713"/>
            </a:xfrm>
            <a:custGeom>
              <a:avLst/>
              <a:gdLst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872840 w 872840"/>
                <a:gd name="connsiteY2" fmla="*/ 1459436 h 1459436"/>
                <a:gd name="connsiteX3" fmla="*/ 0 w 872840"/>
                <a:gd name="connsiteY3" fmla="*/ 1459436 h 1459436"/>
                <a:gd name="connsiteX0" fmla="*/ 0 w 872840"/>
                <a:gd name="connsiteY0" fmla="*/ 1459436 h 1459436"/>
                <a:gd name="connsiteX1" fmla="*/ 307077 w 872840"/>
                <a:gd name="connsiteY1" fmla="*/ 399743 h 1459436"/>
                <a:gd name="connsiteX2" fmla="*/ 436420 w 872840"/>
                <a:gd name="connsiteY2" fmla="*/ 0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872840"/>
                <a:gd name="connsiteY0" fmla="*/ 1208713 h 1208713"/>
                <a:gd name="connsiteX1" fmla="*/ 307077 w 872840"/>
                <a:gd name="connsiteY1" fmla="*/ 149020 h 1208713"/>
                <a:gd name="connsiteX2" fmla="*/ 510162 w 872840"/>
                <a:gd name="connsiteY2" fmla="*/ 0 h 1208713"/>
                <a:gd name="connsiteX3" fmla="*/ 872840 w 872840"/>
                <a:gd name="connsiteY3" fmla="*/ 1208713 h 1208713"/>
                <a:gd name="connsiteX4" fmla="*/ 0 w 872840"/>
                <a:gd name="connsiteY4" fmla="*/ 1208713 h 1208713"/>
                <a:gd name="connsiteX0" fmla="*/ 0 w 872840"/>
                <a:gd name="connsiteY0" fmla="*/ 1208713 h 1208713"/>
                <a:gd name="connsiteX1" fmla="*/ 284954 w 872840"/>
                <a:gd name="connsiteY1" fmla="*/ 237510 h 1208713"/>
                <a:gd name="connsiteX2" fmla="*/ 510162 w 872840"/>
                <a:gd name="connsiteY2" fmla="*/ 0 h 1208713"/>
                <a:gd name="connsiteX3" fmla="*/ 872840 w 872840"/>
                <a:gd name="connsiteY3" fmla="*/ 1208713 h 1208713"/>
                <a:gd name="connsiteX4" fmla="*/ 0 w 872840"/>
                <a:gd name="connsiteY4" fmla="*/ 1208713 h 1208713"/>
                <a:gd name="connsiteX0" fmla="*/ 0 w 872840"/>
                <a:gd name="connsiteY0" fmla="*/ 1208713 h 1208713"/>
                <a:gd name="connsiteX1" fmla="*/ 284954 w 872840"/>
                <a:gd name="connsiteY1" fmla="*/ 237510 h 1208713"/>
                <a:gd name="connsiteX2" fmla="*/ 517537 w 872840"/>
                <a:gd name="connsiteY2" fmla="*/ 0 h 1208713"/>
                <a:gd name="connsiteX3" fmla="*/ 872840 w 872840"/>
                <a:gd name="connsiteY3" fmla="*/ 1208713 h 1208713"/>
                <a:gd name="connsiteX4" fmla="*/ 0 w 872840"/>
                <a:gd name="connsiteY4" fmla="*/ 1208713 h 120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840" h="1208713">
                  <a:moveTo>
                    <a:pt x="0" y="1208713"/>
                  </a:moveTo>
                  <a:lnTo>
                    <a:pt x="284954" y="237510"/>
                  </a:lnTo>
                  <a:lnTo>
                    <a:pt x="517537" y="0"/>
                  </a:lnTo>
                  <a:lnTo>
                    <a:pt x="872840" y="1208713"/>
                  </a:lnTo>
                  <a:lnTo>
                    <a:pt x="0" y="1208713"/>
                  </a:ln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Isosceles Triangle 34">
              <a:extLst>
                <a:ext uri="{FF2B5EF4-FFF2-40B4-BE49-F238E27FC236}">
                  <a16:creationId xmlns:a16="http://schemas.microsoft.com/office/drawing/2014/main" id="{855073F9-7FD0-6AB9-29C2-5A1C1987924B}"/>
                </a:ext>
              </a:extLst>
            </p:cNvPr>
            <p:cNvSpPr/>
            <p:nvPr/>
          </p:nvSpPr>
          <p:spPr>
            <a:xfrm rot="5400000">
              <a:off x="2900537" y="1457510"/>
              <a:ext cx="259442" cy="500791"/>
            </a:xfrm>
            <a:custGeom>
              <a:avLst/>
              <a:gdLst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872840 w 872840"/>
                <a:gd name="connsiteY2" fmla="*/ 1459436 h 1459436"/>
                <a:gd name="connsiteX3" fmla="*/ 0 w 872840"/>
                <a:gd name="connsiteY3" fmla="*/ 1459436 h 1459436"/>
                <a:gd name="connsiteX0" fmla="*/ 0 w 533627"/>
                <a:gd name="connsiteY0" fmla="*/ 301688 h 1459436"/>
                <a:gd name="connsiteX1" fmla="*/ 97207 w 533627"/>
                <a:gd name="connsiteY1" fmla="*/ 0 h 1459436"/>
                <a:gd name="connsiteX2" fmla="*/ 533627 w 533627"/>
                <a:gd name="connsiteY2" fmla="*/ 1459436 h 1459436"/>
                <a:gd name="connsiteX3" fmla="*/ 0 w 533627"/>
                <a:gd name="connsiteY3" fmla="*/ 301688 h 1459436"/>
                <a:gd name="connsiteX0" fmla="*/ 0 w 253410"/>
                <a:gd name="connsiteY0" fmla="*/ 301688 h 537662"/>
                <a:gd name="connsiteX1" fmla="*/ 97207 w 253410"/>
                <a:gd name="connsiteY1" fmla="*/ 0 h 537662"/>
                <a:gd name="connsiteX2" fmla="*/ 253410 w 253410"/>
                <a:gd name="connsiteY2" fmla="*/ 537662 h 537662"/>
                <a:gd name="connsiteX3" fmla="*/ 0 w 253410"/>
                <a:gd name="connsiteY3" fmla="*/ 301688 h 537662"/>
                <a:gd name="connsiteX0" fmla="*/ 0 w 253410"/>
                <a:gd name="connsiteY0" fmla="*/ 301688 h 537662"/>
                <a:gd name="connsiteX1" fmla="*/ 97207 w 253410"/>
                <a:gd name="connsiteY1" fmla="*/ 0 h 537662"/>
                <a:gd name="connsiteX2" fmla="*/ 104473 w 253410"/>
                <a:gd name="connsiteY2" fmla="*/ 13886 h 537662"/>
                <a:gd name="connsiteX3" fmla="*/ 253410 w 253410"/>
                <a:gd name="connsiteY3" fmla="*/ 537662 h 537662"/>
                <a:gd name="connsiteX4" fmla="*/ 0 w 253410"/>
                <a:gd name="connsiteY4" fmla="*/ 301688 h 537662"/>
                <a:gd name="connsiteX0" fmla="*/ 0 w 253410"/>
                <a:gd name="connsiteY0" fmla="*/ 309924 h 545898"/>
                <a:gd name="connsiteX1" fmla="*/ 97207 w 253410"/>
                <a:gd name="connsiteY1" fmla="*/ 8236 h 545898"/>
                <a:gd name="connsiteX2" fmla="*/ 156093 w 253410"/>
                <a:gd name="connsiteY2" fmla="*/ 0 h 545898"/>
                <a:gd name="connsiteX3" fmla="*/ 253410 w 253410"/>
                <a:gd name="connsiteY3" fmla="*/ 545898 h 545898"/>
                <a:gd name="connsiteX4" fmla="*/ 0 w 253410"/>
                <a:gd name="connsiteY4" fmla="*/ 309924 h 545898"/>
                <a:gd name="connsiteX0" fmla="*/ 0 w 253410"/>
                <a:gd name="connsiteY0" fmla="*/ 309924 h 545898"/>
                <a:gd name="connsiteX1" fmla="*/ 16091 w 253410"/>
                <a:gd name="connsiteY1" fmla="*/ 862 h 545898"/>
                <a:gd name="connsiteX2" fmla="*/ 156093 w 253410"/>
                <a:gd name="connsiteY2" fmla="*/ 0 h 545898"/>
                <a:gd name="connsiteX3" fmla="*/ 253410 w 253410"/>
                <a:gd name="connsiteY3" fmla="*/ 545898 h 545898"/>
                <a:gd name="connsiteX4" fmla="*/ 0 w 253410"/>
                <a:gd name="connsiteY4" fmla="*/ 309924 h 545898"/>
                <a:gd name="connsiteX0" fmla="*/ 6032 w 259442"/>
                <a:gd name="connsiteY0" fmla="*/ 309924 h 545898"/>
                <a:gd name="connsiteX1" fmla="*/ 0 w 259442"/>
                <a:gd name="connsiteY1" fmla="*/ 15610 h 545898"/>
                <a:gd name="connsiteX2" fmla="*/ 162125 w 259442"/>
                <a:gd name="connsiteY2" fmla="*/ 0 h 545898"/>
                <a:gd name="connsiteX3" fmla="*/ 259442 w 259442"/>
                <a:gd name="connsiteY3" fmla="*/ 545898 h 545898"/>
                <a:gd name="connsiteX4" fmla="*/ 6032 w 259442"/>
                <a:gd name="connsiteY4" fmla="*/ 309924 h 545898"/>
                <a:gd name="connsiteX0" fmla="*/ 6032 w 259442"/>
                <a:gd name="connsiteY0" fmla="*/ 294314 h 530288"/>
                <a:gd name="connsiteX1" fmla="*/ 0 w 259442"/>
                <a:gd name="connsiteY1" fmla="*/ 0 h 530288"/>
                <a:gd name="connsiteX2" fmla="*/ 169500 w 259442"/>
                <a:gd name="connsiteY2" fmla="*/ 28635 h 530288"/>
                <a:gd name="connsiteX3" fmla="*/ 259442 w 259442"/>
                <a:gd name="connsiteY3" fmla="*/ 530288 h 530288"/>
                <a:gd name="connsiteX4" fmla="*/ 6032 w 259442"/>
                <a:gd name="connsiteY4" fmla="*/ 294314 h 530288"/>
                <a:gd name="connsiteX0" fmla="*/ 35529 w 288939"/>
                <a:gd name="connsiteY0" fmla="*/ 272191 h 508165"/>
                <a:gd name="connsiteX1" fmla="*/ 0 w 288939"/>
                <a:gd name="connsiteY1" fmla="*/ 0 h 508165"/>
                <a:gd name="connsiteX2" fmla="*/ 198997 w 288939"/>
                <a:gd name="connsiteY2" fmla="*/ 6512 h 508165"/>
                <a:gd name="connsiteX3" fmla="*/ 288939 w 288939"/>
                <a:gd name="connsiteY3" fmla="*/ 508165 h 508165"/>
                <a:gd name="connsiteX4" fmla="*/ 35529 w 288939"/>
                <a:gd name="connsiteY4" fmla="*/ 272191 h 508165"/>
                <a:gd name="connsiteX0" fmla="*/ 35529 w 288939"/>
                <a:gd name="connsiteY0" fmla="*/ 272191 h 508165"/>
                <a:gd name="connsiteX1" fmla="*/ 0 w 288939"/>
                <a:gd name="connsiteY1" fmla="*/ 0 h 508165"/>
                <a:gd name="connsiteX2" fmla="*/ 198997 w 288939"/>
                <a:gd name="connsiteY2" fmla="*/ 21260 h 508165"/>
                <a:gd name="connsiteX3" fmla="*/ 288939 w 288939"/>
                <a:gd name="connsiteY3" fmla="*/ 508165 h 508165"/>
                <a:gd name="connsiteX4" fmla="*/ 35529 w 288939"/>
                <a:gd name="connsiteY4" fmla="*/ 272191 h 508165"/>
                <a:gd name="connsiteX0" fmla="*/ 6032 w 259442"/>
                <a:gd name="connsiteY0" fmla="*/ 264817 h 500791"/>
                <a:gd name="connsiteX1" fmla="*/ 0 w 259442"/>
                <a:gd name="connsiteY1" fmla="*/ 0 h 500791"/>
                <a:gd name="connsiteX2" fmla="*/ 169500 w 259442"/>
                <a:gd name="connsiteY2" fmla="*/ 13886 h 500791"/>
                <a:gd name="connsiteX3" fmla="*/ 259442 w 259442"/>
                <a:gd name="connsiteY3" fmla="*/ 500791 h 500791"/>
                <a:gd name="connsiteX4" fmla="*/ 6032 w 259442"/>
                <a:gd name="connsiteY4" fmla="*/ 264817 h 50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442" h="500791">
                  <a:moveTo>
                    <a:pt x="6032" y="264817"/>
                  </a:moveTo>
                  <a:lnTo>
                    <a:pt x="0" y="0"/>
                  </a:lnTo>
                  <a:lnTo>
                    <a:pt x="169500" y="13886"/>
                  </a:lnTo>
                  <a:lnTo>
                    <a:pt x="259442" y="500791"/>
                  </a:lnTo>
                  <a:lnTo>
                    <a:pt x="6032" y="264817"/>
                  </a:ln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7935296-0549-C4AC-E60B-DBEEDF3604EC}"/>
                </a:ext>
              </a:extLst>
            </p:cNvPr>
            <p:cNvSpPr/>
            <p:nvPr/>
          </p:nvSpPr>
          <p:spPr>
            <a:xfrm rot="5400000">
              <a:off x="2385195" y="2922715"/>
              <a:ext cx="1111614" cy="872840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9">
              <a:extLst>
                <a:ext uri="{FF2B5EF4-FFF2-40B4-BE49-F238E27FC236}">
                  <a16:creationId xmlns:a16="http://schemas.microsoft.com/office/drawing/2014/main" id="{D48A2EC9-450D-B633-382B-D820CA4643AB}"/>
                </a:ext>
              </a:extLst>
            </p:cNvPr>
            <p:cNvSpPr/>
            <p:nvPr/>
          </p:nvSpPr>
          <p:spPr>
            <a:xfrm rot="16200000" flipV="1">
              <a:off x="10112317" y="1037359"/>
              <a:ext cx="1060157" cy="1465841"/>
            </a:xfrm>
            <a:custGeom>
              <a:avLst/>
              <a:gdLst>
                <a:gd name="connsiteX0" fmla="*/ 0 w 845128"/>
                <a:gd name="connsiteY0" fmla="*/ 0 h 2915422"/>
                <a:gd name="connsiteX1" fmla="*/ 845128 w 845128"/>
                <a:gd name="connsiteY1" fmla="*/ 0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86692"/>
                <a:gd name="connsiteY0" fmla="*/ 0 h 2915422"/>
                <a:gd name="connsiteX1" fmla="*/ 886692 w 886692"/>
                <a:gd name="connsiteY1" fmla="*/ 983673 h 2915422"/>
                <a:gd name="connsiteX2" fmla="*/ 845128 w 886692"/>
                <a:gd name="connsiteY2" fmla="*/ 2915422 h 2915422"/>
                <a:gd name="connsiteX3" fmla="*/ 0 w 886692"/>
                <a:gd name="connsiteY3" fmla="*/ 2915422 h 2915422"/>
                <a:gd name="connsiteX4" fmla="*/ 0 w 886692"/>
                <a:gd name="connsiteY4" fmla="*/ 0 h 2915422"/>
                <a:gd name="connsiteX0" fmla="*/ 0 w 845128"/>
                <a:gd name="connsiteY0" fmla="*/ 0 h 2915422"/>
                <a:gd name="connsiteX1" fmla="*/ 831274 w 845128"/>
                <a:gd name="connsiteY1" fmla="*/ 955964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45128"/>
                <a:gd name="connsiteY0" fmla="*/ 0 h 2915422"/>
                <a:gd name="connsiteX1" fmla="*/ 817420 w 845128"/>
                <a:gd name="connsiteY1" fmla="*/ 1175850 h 2915422"/>
                <a:gd name="connsiteX2" fmla="*/ 845128 w 845128"/>
                <a:gd name="connsiteY2" fmla="*/ 2915422 h 2915422"/>
                <a:gd name="connsiteX3" fmla="*/ 0 w 845128"/>
                <a:gd name="connsiteY3" fmla="*/ 2915422 h 2915422"/>
                <a:gd name="connsiteX4" fmla="*/ 0 w 845128"/>
                <a:gd name="connsiteY4" fmla="*/ 0 h 2915422"/>
                <a:gd name="connsiteX0" fmla="*/ 0 w 872838"/>
                <a:gd name="connsiteY0" fmla="*/ 0 h 3292371"/>
                <a:gd name="connsiteX1" fmla="*/ 845130 w 872838"/>
                <a:gd name="connsiteY1" fmla="*/ 1552799 h 3292371"/>
                <a:gd name="connsiteX2" fmla="*/ 872838 w 872838"/>
                <a:gd name="connsiteY2" fmla="*/ 3292371 h 3292371"/>
                <a:gd name="connsiteX3" fmla="*/ 27710 w 872838"/>
                <a:gd name="connsiteY3" fmla="*/ 3292371 h 3292371"/>
                <a:gd name="connsiteX4" fmla="*/ 0 w 872838"/>
                <a:gd name="connsiteY4" fmla="*/ 0 h 3292371"/>
                <a:gd name="connsiteX0" fmla="*/ 0 w 970492"/>
                <a:gd name="connsiteY0" fmla="*/ 0 h 3292371"/>
                <a:gd name="connsiteX1" fmla="*/ 970492 w 970492"/>
                <a:gd name="connsiteY1" fmla="*/ 2087820 h 3292371"/>
                <a:gd name="connsiteX2" fmla="*/ 872838 w 970492"/>
                <a:gd name="connsiteY2" fmla="*/ 3292371 h 3292371"/>
                <a:gd name="connsiteX3" fmla="*/ 27710 w 970492"/>
                <a:gd name="connsiteY3" fmla="*/ 3292371 h 3292371"/>
                <a:gd name="connsiteX4" fmla="*/ 0 w 970492"/>
                <a:gd name="connsiteY4" fmla="*/ 0 h 3292371"/>
                <a:gd name="connsiteX0" fmla="*/ 0 w 896750"/>
                <a:gd name="connsiteY0" fmla="*/ 0 h 3292371"/>
                <a:gd name="connsiteX1" fmla="*/ 896750 w 896750"/>
                <a:gd name="connsiteY1" fmla="*/ 1853745 h 3292371"/>
                <a:gd name="connsiteX2" fmla="*/ 872838 w 896750"/>
                <a:gd name="connsiteY2" fmla="*/ 3292371 h 3292371"/>
                <a:gd name="connsiteX3" fmla="*/ 27710 w 896750"/>
                <a:gd name="connsiteY3" fmla="*/ 3292371 h 3292371"/>
                <a:gd name="connsiteX4" fmla="*/ 0 w 896750"/>
                <a:gd name="connsiteY4" fmla="*/ 0 h 3292371"/>
                <a:gd name="connsiteX0" fmla="*/ 0 w 896750"/>
                <a:gd name="connsiteY0" fmla="*/ 0 h 3292371"/>
                <a:gd name="connsiteX1" fmla="*/ 896750 w 896750"/>
                <a:gd name="connsiteY1" fmla="*/ 1853745 h 3292371"/>
                <a:gd name="connsiteX2" fmla="*/ 747477 w 896750"/>
                <a:gd name="connsiteY2" fmla="*/ 3258930 h 3292371"/>
                <a:gd name="connsiteX3" fmla="*/ 27710 w 896750"/>
                <a:gd name="connsiteY3" fmla="*/ 3292371 h 3292371"/>
                <a:gd name="connsiteX4" fmla="*/ 0 w 896750"/>
                <a:gd name="connsiteY4" fmla="*/ 0 h 3292371"/>
                <a:gd name="connsiteX0" fmla="*/ 105027 w 1001777"/>
                <a:gd name="connsiteY0" fmla="*/ 0 h 3258931"/>
                <a:gd name="connsiteX1" fmla="*/ 1001777 w 1001777"/>
                <a:gd name="connsiteY1" fmla="*/ 1853745 h 3258931"/>
                <a:gd name="connsiteX2" fmla="*/ 852504 w 1001777"/>
                <a:gd name="connsiteY2" fmla="*/ 3258930 h 3258931"/>
                <a:gd name="connsiteX3" fmla="*/ 0 w 1001777"/>
                <a:gd name="connsiteY3" fmla="*/ 3208775 h 3258931"/>
                <a:gd name="connsiteX4" fmla="*/ 105027 w 1001777"/>
                <a:gd name="connsiteY4" fmla="*/ 0 h 3258931"/>
                <a:gd name="connsiteX0" fmla="*/ 97653 w 994403"/>
                <a:gd name="connsiteY0" fmla="*/ 0 h 3292371"/>
                <a:gd name="connsiteX1" fmla="*/ 994403 w 994403"/>
                <a:gd name="connsiteY1" fmla="*/ 1853745 h 3292371"/>
                <a:gd name="connsiteX2" fmla="*/ 845130 w 994403"/>
                <a:gd name="connsiteY2" fmla="*/ 3258930 h 3292371"/>
                <a:gd name="connsiteX3" fmla="*/ 0 w 994403"/>
                <a:gd name="connsiteY3" fmla="*/ 3292372 h 3292371"/>
                <a:gd name="connsiteX4" fmla="*/ 97653 w 994403"/>
                <a:gd name="connsiteY4" fmla="*/ 0 h 3292371"/>
                <a:gd name="connsiteX0" fmla="*/ 97653 w 994403"/>
                <a:gd name="connsiteY0" fmla="*/ 0 h 3292371"/>
                <a:gd name="connsiteX1" fmla="*/ 994403 w 994403"/>
                <a:gd name="connsiteY1" fmla="*/ 1853745 h 3292371"/>
                <a:gd name="connsiteX2" fmla="*/ 852504 w 994403"/>
                <a:gd name="connsiteY2" fmla="*/ 3292371 h 3292371"/>
                <a:gd name="connsiteX3" fmla="*/ 0 w 994403"/>
                <a:gd name="connsiteY3" fmla="*/ 3292372 h 3292371"/>
                <a:gd name="connsiteX4" fmla="*/ 97653 w 994403"/>
                <a:gd name="connsiteY4" fmla="*/ 0 h 3292371"/>
                <a:gd name="connsiteX0" fmla="*/ 97653 w 994403"/>
                <a:gd name="connsiteY0" fmla="*/ 0 h 3309090"/>
                <a:gd name="connsiteX1" fmla="*/ 994403 w 994403"/>
                <a:gd name="connsiteY1" fmla="*/ 1853745 h 3309090"/>
                <a:gd name="connsiteX2" fmla="*/ 823007 w 994403"/>
                <a:gd name="connsiteY2" fmla="*/ 3309090 h 3309090"/>
                <a:gd name="connsiteX3" fmla="*/ 0 w 994403"/>
                <a:gd name="connsiteY3" fmla="*/ 3292372 h 3309090"/>
                <a:gd name="connsiteX4" fmla="*/ 97653 w 994403"/>
                <a:gd name="connsiteY4" fmla="*/ 0 h 3309090"/>
                <a:gd name="connsiteX0" fmla="*/ 68156 w 964906"/>
                <a:gd name="connsiteY0" fmla="*/ 0 h 3342533"/>
                <a:gd name="connsiteX1" fmla="*/ 964906 w 964906"/>
                <a:gd name="connsiteY1" fmla="*/ 1853745 h 3342533"/>
                <a:gd name="connsiteX2" fmla="*/ 793510 w 964906"/>
                <a:gd name="connsiteY2" fmla="*/ 3309090 h 3342533"/>
                <a:gd name="connsiteX3" fmla="*/ 0 w 964906"/>
                <a:gd name="connsiteY3" fmla="*/ 3342533 h 3342533"/>
                <a:gd name="connsiteX4" fmla="*/ 68156 w 964906"/>
                <a:gd name="connsiteY4" fmla="*/ 0 h 3342533"/>
                <a:gd name="connsiteX0" fmla="*/ 82905 w 979655"/>
                <a:gd name="connsiteY0" fmla="*/ 0 h 3309090"/>
                <a:gd name="connsiteX1" fmla="*/ 979655 w 979655"/>
                <a:gd name="connsiteY1" fmla="*/ 1853745 h 3309090"/>
                <a:gd name="connsiteX2" fmla="*/ 808259 w 979655"/>
                <a:gd name="connsiteY2" fmla="*/ 3309090 h 3309090"/>
                <a:gd name="connsiteX3" fmla="*/ 0 w 979655"/>
                <a:gd name="connsiteY3" fmla="*/ 3292375 h 3309090"/>
                <a:gd name="connsiteX4" fmla="*/ 82905 w 979655"/>
                <a:gd name="connsiteY4" fmla="*/ 0 h 3309090"/>
                <a:gd name="connsiteX0" fmla="*/ 68157 w 964907"/>
                <a:gd name="connsiteY0" fmla="*/ 0 h 3309095"/>
                <a:gd name="connsiteX1" fmla="*/ 964907 w 964907"/>
                <a:gd name="connsiteY1" fmla="*/ 1853745 h 3309095"/>
                <a:gd name="connsiteX2" fmla="*/ 793511 w 964907"/>
                <a:gd name="connsiteY2" fmla="*/ 3309090 h 3309095"/>
                <a:gd name="connsiteX3" fmla="*/ 0 w 964907"/>
                <a:gd name="connsiteY3" fmla="*/ 3309095 h 3309095"/>
                <a:gd name="connsiteX4" fmla="*/ 68157 w 964907"/>
                <a:gd name="connsiteY4" fmla="*/ 0 h 3309095"/>
                <a:gd name="connsiteX0" fmla="*/ 87207 w 983957"/>
                <a:gd name="connsiteY0" fmla="*/ 0 h 3337890"/>
                <a:gd name="connsiteX1" fmla="*/ 983957 w 983957"/>
                <a:gd name="connsiteY1" fmla="*/ 1853745 h 3337890"/>
                <a:gd name="connsiteX2" fmla="*/ 812561 w 983957"/>
                <a:gd name="connsiteY2" fmla="*/ 3309090 h 3337890"/>
                <a:gd name="connsiteX3" fmla="*/ 0 w 983957"/>
                <a:gd name="connsiteY3" fmla="*/ 3337890 h 3337890"/>
                <a:gd name="connsiteX4" fmla="*/ 87207 w 983957"/>
                <a:gd name="connsiteY4" fmla="*/ 0 h 3337890"/>
                <a:gd name="connsiteX0" fmla="*/ 87207 w 983957"/>
                <a:gd name="connsiteY0" fmla="*/ 0 h 3337890"/>
                <a:gd name="connsiteX1" fmla="*/ 983957 w 983957"/>
                <a:gd name="connsiteY1" fmla="*/ 1853745 h 3337890"/>
                <a:gd name="connsiteX2" fmla="*/ 812561 w 983957"/>
                <a:gd name="connsiteY2" fmla="*/ 3323488 h 3337890"/>
                <a:gd name="connsiteX3" fmla="*/ 0 w 983957"/>
                <a:gd name="connsiteY3" fmla="*/ 3337890 h 3337890"/>
                <a:gd name="connsiteX4" fmla="*/ 87207 w 983957"/>
                <a:gd name="connsiteY4" fmla="*/ 0 h 3337890"/>
                <a:gd name="connsiteX0" fmla="*/ 87207 w 983957"/>
                <a:gd name="connsiteY0" fmla="*/ 0 h 3337890"/>
                <a:gd name="connsiteX1" fmla="*/ 983957 w 983957"/>
                <a:gd name="connsiteY1" fmla="*/ 1853745 h 3337890"/>
                <a:gd name="connsiteX2" fmla="*/ 825261 w 983957"/>
                <a:gd name="connsiteY2" fmla="*/ 3323488 h 3337890"/>
                <a:gd name="connsiteX3" fmla="*/ 0 w 983957"/>
                <a:gd name="connsiteY3" fmla="*/ 3337890 h 3337890"/>
                <a:gd name="connsiteX4" fmla="*/ 87207 w 983957"/>
                <a:gd name="connsiteY4" fmla="*/ 0 h 3337890"/>
                <a:gd name="connsiteX0" fmla="*/ 87207 w 983957"/>
                <a:gd name="connsiteY0" fmla="*/ 0 h 3366680"/>
                <a:gd name="connsiteX1" fmla="*/ 983957 w 983957"/>
                <a:gd name="connsiteY1" fmla="*/ 1853745 h 3366680"/>
                <a:gd name="connsiteX2" fmla="*/ 812561 w 983957"/>
                <a:gd name="connsiteY2" fmla="*/ 3366680 h 3366680"/>
                <a:gd name="connsiteX3" fmla="*/ 0 w 983957"/>
                <a:gd name="connsiteY3" fmla="*/ 3337890 h 3366680"/>
                <a:gd name="connsiteX4" fmla="*/ 87207 w 983957"/>
                <a:gd name="connsiteY4" fmla="*/ 0 h 3366680"/>
                <a:gd name="connsiteX0" fmla="*/ 87207 w 983957"/>
                <a:gd name="connsiteY0" fmla="*/ 0 h 3337890"/>
                <a:gd name="connsiteX1" fmla="*/ 983957 w 983957"/>
                <a:gd name="connsiteY1" fmla="*/ 1853745 h 3337890"/>
                <a:gd name="connsiteX2" fmla="*/ 818911 w 983957"/>
                <a:gd name="connsiteY2" fmla="*/ 3323488 h 3337890"/>
                <a:gd name="connsiteX3" fmla="*/ 0 w 983957"/>
                <a:gd name="connsiteY3" fmla="*/ 3337890 h 3337890"/>
                <a:gd name="connsiteX4" fmla="*/ 87207 w 983957"/>
                <a:gd name="connsiteY4" fmla="*/ 0 h 3337890"/>
                <a:gd name="connsiteX0" fmla="*/ 87207 w 983957"/>
                <a:gd name="connsiteY0" fmla="*/ 0 h 3337890"/>
                <a:gd name="connsiteX1" fmla="*/ 983957 w 983957"/>
                <a:gd name="connsiteY1" fmla="*/ 1853745 h 3337890"/>
                <a:gd name="connsiteX2" fmla="*/ 799861 w 983957"/>
                <a:gd name="connsiteY2" fmla="*/ 3337885 h 3337890"/>
                <a:gd name="connsiteX3" fmla="*/ 0 w 983957"/>
                <a:gd name="connsiteY3" fmla="*/ 3337890 h 3337890"/>
                <a:gd name="connsiteX4" fmla="*/ 87207 w 983957"/>
                <a:gd name="connsiteY4" fmla="*/ 0 h 3337890"/>
                <a:gd name="connsiteX0" fmla="*/ 144357 w 1041107"/>
                <a:gd name="connsiteY0" fmla="*/ 0 h 3337885"/>
                <a:gd name="connsiteX1" fmla="*/ 1041107 w 1041107"/>
                <a:gd name="connsiteY1" fmla="*/ 1853745 h 3337885"/>
                <a:gd name="connsiteX2" fmla="*/ 857011 w 1041107"/>
                <a:gd name="connsiteY2" fmla="*/ 3337885 h 3337885"/>
                <a:gd name="connsiteX3" fmla="*/ 0 w 1041107"/>
                <a:gd name="connsiteY3" fmla="*/ 3323493 h 3337885"/>
                <a:gd name="connsiteX4" fmla="*/ 144357 w 1041107"/>
                <a:gd name="connsiteY4" fmla="*/ 0 h 3337885"/>
                <a:gd name="connsiteX0" fmla="*/ 163407 w 1060157"/>
                <a:gd name="connsiteY0" fmla="*/ 0 h 3337885"/>
                <a:gd name="connsiteX1" fmla="*/ 1060157 w 1060157"/>
                <a:gd name="connsiteY1" fmla="*/ 1853745 h 3337885"/>
                <a:gd name="connsiteX2" fmla="*/ 876061 w 1060157"/>
                <a:gd name="connsiteY2" fmla="*/ 3337885 h 3337885"/>
                <a:gd name="connsiteX3" fmla="*/ 0 w 1060157"/>
                <a:gd name="connsiteY3" fmla="*/ 3294698 h 3337885"/>
                <a:gd name="connsiteX4" fmla="*/ 163407 w 1060157"/>
                <a:gd name="connsiteY4" fmla="*/ 0 h 3337885"/>
                <a:gd name="connsiteX0" fmla="*/ 163407 w 1060157"/>
                <a:gd name="connsiteY0" fmla="*/ 0 h 3323488"/>
                <a:gd name="connsiteX1" fmla="*/ 1060157 w 1060157"/>
                <a:gd name="connsiteY1" fmla="*/ 1853745 h 3323488"/>
                <a:gd name="connsiteX2" fmla="*/ 888761 w 1060157"/>
                <a:gd name="connsiteY2" fmla="*/ 3323488 h 3323488"/>
                <a:gd name="connsiteX3" fmla="*/ 0 w 1060157"/>
                <a:gd name="connsiteY3" fmla="*/ 3294698 h 3323488"/>
                <a:gd name="connsiteX4" fmla="*/ 163407 w 1060157"/>
                <a:gd name="connsiteY4" fmla="*/ 0 h 3323488"/>
                <a:gd name="connsiteX0" fmla="*/ 182457 w 1079207"/>
                <a:gd name="connsiteY0" fmla="*/ 0 h 3323488"/>
                <a:gd name="connsiteX1" fmla="*/ 1079207 w 1079207"/>
                <a:gd name="connsiteY1" fmla="*/ 1853745 h 3323488"/>
                <a:gd name="connsiteX2" fmla="*/ 907811 w 1079207"/>
                <a:gd name="connsiteY2" fmla="*/ 3323488 h 3323488"/>
                <a:gd name="connsiteX3" fmla="*/ 0 w 1079207"/>
                <a:gd name="connsiteY3" fmla="*/ 3309095 h 3323488"/>
                <a:gd name="connsiteX4" fmla="*/ 182457 w 1079207"/>
                <a:gd name="connsiteY4" fmla="*/ 0 h 3323488"/>
                <a:gd name="connsiteX0" fmla="*/ 169757 w 1066507"/>
                <a:gd name="connsiteY0" fmla="*/ 0 h 3323493"/>
                <a:gd name="connsiteX1" fmla="*/ 1066507 w 1066507"/>
                <a:gd name="connsiteY1" fmla="*/ 1853745 h 3323493"/>
                <a:gd name="connsiteX2" fmla="*/ 895111 w 1066507"/>
                <a:gd name="connsiteY2" fmla="*/ 3323488 h 3323493"/>
                <a:gd name="connsiteX3" fmla="*/ 0 w 1066507"/>
                <a:gd name="connsiteY3" fmla="*/ 3323493 h 3323493"/>
                <a:gd name="connsiteX4" fmla="*/ 169757 w 1066507"/>
                <a:gd name="connsiteY4" fmla="*/ 0 h 3323493"/>
                <a:gd name="connsiteX0" fmla="*/ 188807 w 1066507"/>
                <a:gd name="connsiteY0" fmla="*/ 0 h 3323493"/>
                <a:gd name="connsiteX1" fmla="*/ 1066507 w 1066507"/>
                <a:gd name="connsiteY1" fmla="*/ 1853745 h 3323493"/>
                <a:gd name="connsiteX2" fmla="*/ 895111 w 1066507"/>
                <a:gd name="connsiteY2" fmla="*/ 3323488 h 3323493"/>
                <a:gd name="connsiteX3" fmla="*/ 0 w 1066507"/>
                <a:gd name="connsiteY3" fmla="*/ 3323493 h 3323493"/>
                <a:gd name="connsiteX4" fmla="*/ 188807 w 1066507"/>
                <a:gd name="connsiteY4" fmla="*/ 0 h 3323493"/>
                <a:gd name="connsiteX0" fmla="*/ 163407 w 1041107"/>
                <a:gd name="connsiteY0" fmla="*/ 0 h 3323493"/>
                <a:gd name="connsiteX1" fmla="*/ 1041107 w 1041107"/>
                <a:gd name="connsiteY1" fmla="*/ 1853745 h 3323493"/>
                <a:gd name="connsiteX2" fmla="*/ 869711 w 1041107"/>
                <a:gd name="connsiteY2" fmla="*/ 3323488 h 3323493"/>
                <a:gd name="connsiteX3" fmla="*/ 0 w 1041107"/>
                <a:gd name="connsiteY3" fmla="*/ 3323493 h 3323493"/>
                <a:gd name="connsiteX4" fmla="*/ 163407 w 1041107"/>
                <a:gd name="connsiteY4" fmla="*/ 0 h 3323493"/>
                <a:gd name="connsiteX0" fmla="*/ 182457 w 1060157"/>
                <a:gd name="connsiteY0" fmla="*/ 0 h 3323493"/>
                <a:gd name="connsiteX1" fmla="*/ 1060157 w 1060157"/>
                <a:gd name="connsiteY1" fmla="*/ 1853745 h 3323493"/>
                <a:gd name="connsiteX2" fmla="*/ 888761 w 1060157"/>
                <a:gd name="connsiteY2" fmla="*/ 3323488 h 3323493"/>
                <a:gd name="connsiteX3" fmla="*/ 0 w 1060157"/>
                <a:gd name="connsiteY3" fmla="*/ 3323493 h 3323493"/>
                <a:gd name="connsiteX4" fmla="*/ 182457 w 1060157"/>
                <a:gd name="connsiteY4" fmla="*/ 0 h 3323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0157" h="3323493">
                  <a:moveTo>
                    <a:pt x="182457" y="0"/>
                  </a:moveTo>
                  <a:lnTo>
                    <a:pt x="1060157" y="1853745"/>
                  </a:lnTo>
                  <a:lnTo>
                    <a:pt x="888761" y="3323488"/>
                  </a:lnTo>
                  <a:lnTo>
                    <a:pt x="0" y="3323493"/>
                  </a:lnTo>
                  <a:lnTo>
                    <a:pt x="182457" y="0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Isosceles Triangle 114">
              <a:extLst>
                <a:ext uri="{FF2B5EF4-FFF2-40B4-BE49-F238E27FC236}">
                  <a16:creationId xmlns:a16="http://schemas.microsoft.com/office/drawing/2014/main" id="{7A64D906-A33B-6AD9-9F91-5245897E26A2}"/>
                </a:ext>
              </a:extLst>
            </p:cNvPr>
            <p:cNvSpPr/>
            <p:nvPr/>
          </p:nvSpPr>
          <p:spPr>
            <a:xfrm rot="16200000">
              <a:off x="8745703" y="1125722"/>
              <a:ext cx="872840" cy="1459436"/>
            </a:xfrm>
            <a:prstGeom prst="triangle">
              <a:avLst/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Isosceles Triangle 115">
              <a:extLst>
                <a:ext uri="{FF2B5EF4-FFF2-40B4-BE49-F238E27FC236}">
                  <a16:creationId xmlns:a16="http://schemas.microsoft.com/office/drawing/2014/main" id="{15FACA2B-7044-8EDC-D88D-ECED4739A108}"/>
                </a:ext>
              </a:extLst>
            </p:cNvPr>
            <p:cNvSpPr/>
            <p:nvPr/>
          </p:nvSpPr>
          <p:spPr>
            <a:xfrm rot="5400000" flipH="1">
              <a:off x="7298431" y="1121026"/>
              <a:ext cx="872840" cy="1459436"/>
            </a:xfrm>
            <a:prstGeom prst="triangle">
              <a:avLst/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39">
              <a:extLst>
                <a:ext uri="{FF2B5EF4-FFF2-40B4-BE49-F238E27FC236}">
                  <a16:creationId xmlns:a16="http://schemas.microsoft.com/office/drawing/2014/main" id="{3CAF4B71-E1BA-BA2D-DE8C-A8F01322F5C0}"/>
                </a:ext>
              </a:extLst>
            </p:cNvPr>
            <p:cNvSpPr/>
            <p:nvPr/>
          </p:nvSpPr>
          <p:spPr>
            <a:xfrm>
              <a:off x="4725544" y="1086478"/>
              <a:ext cx="2278615" cy="1190340"/>
            </a:xfrm>
            <a:custGeom>
              <a:avLst/>
              <a:gdLst>
                <a:gd name="connsiteX0" fmla="*/ 0 w 2272265"/>
                <a:gd name="connsiteY0" fmla="*/ 0 h 872840"/>
                <a:gd name="connsiteX1" fmla="*/ 2272265 w 2272265"/>
                <a:gd name="connsiteY1" fmla="*/ 0 h 872840"/>
                <a:gd name="connsiteX2" fmla="*/ 2272265 w 2272265"/>
                <a:gd name="connsiteY2" fmla="*/ 872840 h 872840"/>
                <a:gd name="connsiteX3" fmla="*/ 0 w 2272265"/>
                <a:gd name="connsiteY3" fmla="*/ 872840 h 872840"/>
                <a:gd name="connsiteX4" fmla="*/ 0 w 2272265"/>
                <a:gd name="connsiteY4" fmla="*/ 0 h 872840"/>
                <a:gd name="connsiteX0" fmla="*/ 6350 w 2278615"/>
                <a:gd name="connsiteY0" fmla="*/ 0 h 872840"/>
                <a:gd name="connsiteX1" fmla="*/ 2278615 w 2278615"/>
                <a:gd name="connsiteY1" fmla="*/ 0 h 872840"/>
                <a:gd name="connsiteX2" fmla="*/ 2278615 w 2278615"/>
                <a:gd name="connsiteY2" fmla="*/ 872840 h 872840"/>
                <a:gd name="connsiteX3" fmla="*/ 0 w 2278615"/>
                <a:gd name="connsiteY3" fmla="*/ 548990 h 872840"/>
                <a:gd name="connsiteX4" fmla="*/ 6350 w 2278615"/>
                <a:gd name="connsiteY4" fmla="*/ 0 h 872840"/>
                <a:gd name="connsiteX0" fmla="*/ 6350 w 2278615"/>
                <a:gd name="connsiteY0" fmla="*/ 0 h 1190340"/>
                <a:gd name="connsiteX1" fmla="*/ 2278615 w 2278615"/>
                <a:gd name="connsiteY1" fmla="*/ 317500 h 1190340"/>
                <a:gd name="connsiteX2" fmla="*/ 2278615 w 2278615"/>
                <a:gd name="connsiteY2" fmla="*/ 1190340 h 1190340"/>
                <a:gd name="connsiteX3" fmla="*/ 0 w 2278615"/>
                <a:gd name="connsiteY3" fmla="*/ 866490 h 1190340"/>
                <a:gd name="connsiteX4" fmla="*/ 6350 w 2278615"/>
                <a:gd name="connsiteY4" fmla="*/ 0 h 119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8615" h="1190340">
                  <a:moveTo>
                    <a:pt x="6350" y="0"/>
                  </a:moveTo>
                  <a:lnTo>
                    <a:pt x="2278615" y="317500"/>
                  </a:lnTo>
                  <a:lnTo>
                    <a:pt x="2278615" y="1190340"/>
                  </a:lnTo>
                  <a:lnTo>
                    <a:pt x="0" y="866490"/>
                  </a:lnTo>
                  <a:cubicBezTo>
                    <a:pt x="2117" y="683493"/>
                    <a:pt x="4233" y="182997"/>
                    <a:pt x="6350" y="0"/>
                  </a:cubicBez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Isosceles Triangle 40">
              <a:extLst>
                <a:ext uri="{FF2B5EF4-FFF2-40B4-BE49-F238E27FC236}">
                  <a16:creationId xmlns:a16="http://schemas.microsoft.com/office/drawing/2014/main" id="{0B9319A4-6791-E0FA-E04F-4D2AB7B5FF92}"/>
                </a:ext>
              </a:extLst>
            </p:cNvPr>
            <p:cNvSpPr/>
            <p:nvPr/>
          </p:nvSpPr>
          <p:spPr>
            <a:xfrm rot="5400000" flipH="1">
              <a:off x="3036303" y="1404821"/>
              <a:ext cx="194052" cy="327887"/>
            </a:xfrm>
            <a:custGeom>
              <a:avLst/>
              <a:gdLst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872840 w 872840"/>
                <a:gd name="connsiteY2" fmla="*/ 1459436 h 1459436"/>
                <a:gd name="connsiteX3" fmla="*/ 0 w 872840"/>
                <a:gd name="connsiteY3" fmla="*/ 1459436 h 1459436"/>
                <a:gd name="connsiteX0" fmla="*/ 0 w 872840"/>
                <a:gd name="connsiteY0" fmla="*/ 1459436 h 1459436"/>
                <a:gd name="connsiteX1" fmla="*/ 386753 w 872840"/>
                <a:gd name="connsiteY1" fmla="*/ 126093 h 1459436"/>
                <a:gd name="connsiteX2" fmla="*/ 436420 w 872840"/>
                <a:gd name="connsiteY2" fmla="*/ 0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872840"/>
                <a:gd name="connsiteY0" fmla="*/ 1459436 h 1459436"/>
                <a:gd name="connsiteX1" fmla="*/ 336265 w 872840"/>
                <a:gd name="connsiteY1" fmla="*/ 19507 h 1459436"/>
                <a:gd name="connsiteX2" fmla="*/ 436420 w 872840"/>
                <a:gd name="connsiteY2" fmla="*/ 0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474543"/>
                <a:gd name="connsiteY0" fmla="*/ 1459436 h 1459436"/>
                <a:gd name="connsiteX1" fmla="*/ 336265 w 474543"/>
                <a:gd name="connsiteY1" fmla="*/ 19507 h 1459436"/>
                <a:gd name="connsiteX2" fmla="*/ 436420 w 474543"/>
                <a:gd name="connsiteY2" fmla="*/ 0 h 1459436"/>
                <a:gd name="connsiteX3" fmla="*/ 474543 w 474543"/>
                <a:gd name="connsiteY3" fmla="*/ 146739 h 1459436"/>
                <a:gd name="connsiteX4" fmla="*/ 0 w 474543"/>
                <a:gd name="connsiteY4" fmla="*/ 1459436 h 1459436"/>
                <a:gd name="connsiteX0" fmla="*/ 0 w 194052"/>
                <a:gd name="connsiteY0" fmla="*/ 331863 h 331863"/>
                <a:gd name="connsiteX1" fmla="*/ 55774 w 194052"/>
                <a:gd name="connsiteY1" fmla="*/ 19507 h 331863"/>
                <a:gd name="connsiteX2" fmla="*/ 155929 w 194052"/>
                <a:gd name="connsiteY2" fmla="*/ 0 h 331863"/>
                <a:gd name="connsiteX3" fmla="*/ 194052 w 194052"/>
                <a:gd name="connsiteY3" fmla="*/ 146739 h 331863"/>
                <a:gd name="connsiteX4" fmla="*/ 0 w 194052"/>
                <a:gd name="connsiteY4" fmla="*/ 331863 h 331863"/>
                <a:gd name="connsiteX0" fmla="*/ 0 w 194052"/>
                <a:gd name="connsiteY0" fmla="*/ 331863 h 331863"/>
                <a:gd name="connsiteX1" fmla="*/ 44554 w 194052"/>
                <a:gd name="connsiteY1" fmla="*/ 2678 h 331863"/>
                <a:gd name="connsiteX2" fmla="*/ 155929 w 194052"/>
                <a:gd name="connsiteY2" fmla="*/ 0 h 331863"/>
                <a:gd name="connsiteX3" fmla="*/ 194052 w 194052"/>
                <a:gd name="connsiteY3" fmla="*/ 146739 h 331863"/>
                <a:gd name="connsiteX4" fmla="*/ 0 w 194052"/>
                <a:gd name="connsiteY4" fmla="*/ 331863 h 331863"/>
                <a:gd name="connsiteX0" fmla="*/ 0 w 194052"/>
                <a:gd name="connsiteY0" fmla="*/ 329185 h 329185"/>
                <a:gd name="connsiteX1" fmla="*/ 44554 w 194052"/>
                <a:gd name="connsiteY1" fmla="*/ 0 h 329185"/>
                <a:gd name="connsiteX2" fmla="*/ 179783 w 194052"/>
                <a:gd name="connsiteY2" fmla="*/ 1298 h 329185"/>
                <a:gd name="connsiteX3" fmla="*/ 194052 w 194052"/>
                <a:gd name="connsiteY3" fmla="*/ 144061 h 329185"/>
                <a:gd name="connsiteX4" fmla="*/ 0 w 194052"/>
                <a:gd name="connsiteY4" fmla="*/ 329185 h 329185"/>
                <a:gd name="connsiteX0" fmla="*/ 0 w 194052"/>
                <a:gd name="connsiteY0" fmla="*/ 327887 h 327887"/>
                <a:gd name="connsiteX1" fmla="*/ 44554 w 194052"/>
                <a:gd name="connsiteY1" fmla="*/ 10629 h 327887"/>
                <a:gd name="connsiteX2" fmla="*/ 179783 w 194052"/>
                <a:gd name="connsiteY2" fmla="*/ 0 h 327887"/>
                <a:gd name="connsiteX3" fmla="*/ 194052 w 194052"/>
                <a:gd name="connsiteY3" fmla="*/ 142763 h 327887"/>
                <a:gd name="connsiteX4" fmla="*/ 0 w 194052"/>
                <a:gd name="connsiteY4" fmla="*/ 327887 h 327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2" h="327887">
                  <a:moveTo>
                    <a:pt x="0" y="327887"/>
                  </a:moveTo>
                  <a:lnTo>
                    <a:pt x="44554" y="10629"/>
                  </a:lnTo>
                  <a:lnTo>
                    <a:pt x="179783" y="0"/>
                  </a:lnTo>
                  <a:lnTo>
                    <a:pt x="194052" y="142763"/>
                  </a:lnTo>
                  <a:lnTo>
                    <a:pt x="0" y="32788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Isosceles Triangle 41">
              <a:extLst>
                <a:ext uri="{FF2B5EF4-FFF2-40B4-BE49-F238E27FC236}">
                  <a16:creationId xmlns:a16="http://schemas.microsoft.com/office/drawing/2014/main" id="{D3A3D040-F614-C4DB-D62A-A6A4EED123D7}"/>
                </a:ext>
              </a:extLst>
            </p:cNvPr>
            <p:cNvSpPr/>
            <p:nvPr/>
          </p:nvSpPr>
          <p:spPr>
            <a:xfrm rot="16200000">
              <a:off x="3570644" y="805539"/>
              <a:ext cx="872840" cy="1435527"/>
            </a:xfrm>
            <a:custGeom>
              <a:avLst/>
              <a:gdLst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872840 w 872840"/>
                <a:gd name="connsiteY2" fmla="*/ 1459436 h 1459436"/>
                <a:gd name="connsiteX3" fmla="*/ 0 w 872840"/>
                <a:gd name="connsiteY3" fmla="*/ 1459436 h 1459436"/>
                <a:gd name="connsiteX0" fmla="*/ 0 w 872840"/>
                <a:gd name="connsiteY0" fmla="*/ 1459436 h 1459436"/>
                <a:gd name="connsiteX1" fmla="*/ 384923 w 872840"/>
                <a:gd name="connsiteY1" fmla="*/ 119159 h 1459436"/>
                <a:gd name="connsiteX2" fmla="*/ 436420 w 872840"/>
                <a:gd name="connsiteY2" fmla="*/ 0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872840"/>
                <a:gd name="connsiteY0" fmla="*/ 1459436 h 1459436"/>
                <a:gd name="connsiteX1" fmla="*/ 340473 w 872840"/>
                <a:gd name="connsiteY1" fmla="*/ 23909 h 1459436"/>
                <a:gd name="connsiteX2" fmla="*/ 436420 w 872840"/>
                <a:gd name="connsiteY2" fmla="*/ 0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872840"/>
                <a:gd name="connsiteY0" fmla="*/ 1435527 h 1435527"/>
                <a:gd name="connsiteX1" fmla="*/ 340473 w 872840"/>
                <a:gd name="connsiteY1" fmla="*/ 0 h 1435527"/>
                <a:gd name="connsiteX2" fmla="*/ 468170 w 872840"/>
                <a:gd name="connsiteY2" fmla="*/ 14191 h 1435527"/>
                <a:gd name="connsiteX3" fmla="*/ 872840 w 872840"/>
                <a:gd name="connsiteY3" fmla="*/ 1435527 h 1435527"/>
                <a:gd name="connsiteX4" fmla="*/ 0 w 872840"/>
                <a:gd name="connsiteY4" fmla="*/ 1435527 h 1435527"/>
                <a:gd name="connsiteX0" fmla="*/ 0 w 872840"/>
                <a:gd name="connsiteY0" fmla="*/ 1435527 h 1435527"/>
                <a:gd name="connsiteX1" fmla="*/ 340473 w 872840"/>
                <a:gd name="connsiteY1" fmla="*/ 0 h 1435527"/>
                <a:gd name="connsiteX2" fmla="*/ 462560 w 872840"/>
                <a:gd name="connsiteY2" fmla="*/ 2974 h 1435527"/>
                <a:gd name="connsiteX3" fmla="*/ 872840 w 872840"/>
                <a:gd name="connsiteY3" fmla="*/ 1435527 h 1435527"/>
                <a:gd name="connsiteX4" fmla="*/ 0 w 872840"/>
                <a:gd name="connsiteY4" fmla="*/ 1435527 h 143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840" h="1435527">
                  <a:moveTo>
                    <a:pt x="0" y="1435527"/>
                  </a:moveTo>
                  <a:lnTo>
                    <a:pt x="340473" y="0"/>
                  </a:lnTo>
                  <a:lnTo>
                    <a:pt x="462560" y="2974"/>
                  </a:lnTo>
                  <a:lnTo>
                    <a:pt x="872840" y="1435527"/>
                  </a:lnTo>
                  <a:lnTo>
                    <a:pt x="0" y="14355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Isosceles Triangle 42">
              <a:extLst>
                <a:ext uri="{FF2B5EF4-FFF2-40B4-BE49-F238E27FC236}">
                  <a16:creationId xmlns:a16="http://schemas.microsoft.com/office/drawing/2014/main" id="{E45503D8-E81A-0E0B-2CDC-E392D515C5A6}"/>
                </a:ext>
              </a:extLst>
            </p:cNvPr>
            <p:cNvSpPr/>
            <p:nvPr/>
          </p:nvSpPr>
          <p:spPr>
            <a:xfrm flipH="1">
              <a:off x="2656195" y="1486140"/>
              <a:ext cx="872840" cy="1312336"/>
            </a:xfrm>
            <a:custGeom>
              <a:avLst/>
              <a:gdLst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872840 w 872840"/>
                <a:gd name="connsiteY2" fmla="*/ 1459436 h 1459436"/>
                <a:gd name="connsiteX3" fmla="*/ 0 w 872840"/>
                <a:gd name="connsiteY3" fmla="*/ 1459436 h 1459436"/>
                <a:gd name="connsiteX0" fmla="*/ 0 w 872840"/>
                <a:gd name="connsiteY0" fmla="*/ 1459436 h 1459436"/>
                <a:gd name="connsiteX1" fmla="*/ 436420 w 872840"/>
                <a:gd name="connsiteY1" fmla="*/ 0 h 1459436"/>
                <a:gd name="connsiteX2" fmla="*/ 519466 w 872840"/>
                <a:gd name="connsiteY2" fmla="*/ 287002 h 1459436"/>
                <a:gd name="connsiteX3" fmla="*/ 872840 w 872840"/>
                <a:gd name="connsiteY3" fmla="*/ 1459436 h 1459436"/>
                <a:gd name="connsiteX4" fmla="*/ 0 w 872840"/>
                <a:gd name="connsiteY4" fmla="*/ 1459436 h 1459436"/>
                <a:gd name="connsiteX0" fmla="*/ 0 w 872840"/>
                <a:gd name="connsiteY0" fmla="*/ 1312336 h 1312336"/>
                <a:gd name="connsiteX1" fmla="*/ 384737 w 872840"/>
                <a:gd name="connsiteY1" fmla="*/ 0 h 1312336"/>
                <a:gd name="connsiteX2" fmla="*/ 519466 w 872840"/>
                <a:gd name="connsiteY2" fmla="*/ 139902 h 1312336"/>
                <a:gd name="connsiteX3" fmla="*/ 872840 w 872840"/>
                <a:gd name="connsiteY3" fmla="*/ 1312336 h 1312336"/>
                <a:gd name="connsiteX4" fmla="*/ 0 w 872840"/>
                <a:gd name="connsiteY4" fmla="*/ 1312336 h 131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840" h="1312336">
                  <a:moveTo>
                    <a:pt x="0" y="1312336"/>
                  </a:moveTo>
                  <a:lnTo>
                    <a:pt x="384737" y="0"/>
                  </a:lnTo>
                  <a:lnTo>
                    <a:pt x="519466" y="139902"/>
                  </a:lnTo>
                  <a:lnTo>
                    <a:pt x="872840" y="1312336"/>
                  </a:lnTo>
                  <a:lnTo>
                    <a:pt x="0" y="1312336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43">
              <a:extLst>
                <a:ext uri="{FF2B5EF4-FFF2-40B4-BE49-F238E27FC236}">
                  <a16:creationId xmlns:a16="http://schemas.microsoft.com/office/drawing/2014/main" id="{AE7AF329-46CC-2058-9CA3-F2F19677FB22}"/>
                </a:ext>
              </a:extLst>
            </p:cNvPr>
            <p:cNvSpPr/>
            <p:nvPr/>
          </p:nvSpPr>
          <p:spPr>
            <a:xfrm rot="5400000">
              <a:off x="2462723" y="2851813"/>
              <a:ext cx="1118238" cy="1008012"/>
            </a:xfrm>
            <a:custGeom>
              <a:avLst/>
              <a:gdLst>
                <a:gd name="connsiteX0" fmla="*/ 0 w 1137731"/>
                <a:gd name="connsiteY0" fmla="*/ 0 h 872840"/>
                <a:gd name="connsiteX1" fmla="*/ 1137731 w 1137731"/>
                <a:gd name="connsiteY1" fmla="*/ 0 h 872840"/>
                <a:gd name="connsiteX2" fmla="*/ 1137731 w 1137731"/>
                <a:gd name="connsiteY2" fmla="*/ 872840 h 872840"/>
                <a:gd name="connsiteX3" fmla="*/ 0 w 1137731"/>
                <a:gd name="connsiteY3" fmla="*/ 872840 h 872840"/>
                <a:gd name="connsiteX4" fmla="*/ 0 w 1137731"/>
                <a:gd name="connsiteY4" fmla="*/ 0 h 872840"/>
                <a:gd name="connsiteX0" fmla="*/ 0 w 1137731"/>
                <a:gd name="connsiteY0" fmla="*/ 0 h 872840"/>
                <a:gd name="connsiteX1" fmla="*/ 1113880 w 1137731"/>
                <a:gd name="connsiteY1" fmla="*/ 159026 h 872840"/>
                <a:gd name="connsiteX2" fmla="*/ 1137731 w 1137731"/>
                <a:gd name="connsiteY2" fmla="*/ 872840 h 872840"/>
                <a:gd name="connsiteX3" fmla="*/ 0 w 1137731"/>
                <a:gd name="connsiteY3" fmla="*/ 872840 h 872840"/>
                <a:gd name="connsiteX4" fmla="*/ 0 w 1137731"/>
                <a:gd name="connsiteY4" fmla="*/ 0 h 872840"/>
                <a:gd name="connsiteX0" fmla="*/ 0 w 1117856"/>
                <a:gd name="connsiteY0" fmla="*/ 0 h 1008012"/>
                <a:gd name="connsiteX1" fmla="*/ 1113880 w 1117856"/>
                <a:gd name="connsiteY1" fmla="*/ 159026 h 1008012"/>
                <a:gd name="connsiteX2" fmla="*/ 1117856 w 1117856"/>
                <a:gd name="connsiteY2" fmla="*/ 1008012 h 1008012"/>
                <a:gd name="connsiteX3" fmla="*/ 0 w 1117856"/>
                <a:gd name="connsiteY3" fmla="*/ 872840 h 1008012"/>
                <a:gd name="connsiteX4" fmla="*/ 0 w 1117856"/>
                <a:gd name="connsiteY4" fmla="*/ 0 h 1008012"/>
                <a:gd name="connsiteX0" fmla="*/ 0 w 1118238"/>
                <a:gd name="connsiteY0" fmla="*/ 0 h 1008012"/>
                <a:gd name="connsiteX1" fmla="*/ 1117856 w 1118238"/>
                <a:gd name="connsiteY1" fmla="*/ 155051 h 1008012"/>
                <a:gd name="connsiteX2" fmla="*/ 1117856 w 1118238"/>
                <a:gd name="connsiteY2" fmla="*/ 1008012 h 1008012"/>
                <a:gd name="connsiteX3" fmla="*/ 0 w 1118238"/>
                <a:gd name="connsiteY3" fmla="*/ 872840 h 1008012"/>
                <a:gd name="connsiteX4" fmla="*/ 0 w 1118238"/>
                <a:gd name="connsiteY4" fmla="*/ 0 h 1008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8238" h="1008012">
                  <a:moveTo>
                    <a:pt x="0" y="0"/>
                  </a:moveTo>
                  <a:lnTo>
                    <a:pt x="1117856" y="155051"/>
                  </a:lnTo>
                  <a:cubicBezTo>
                    <a:pt x="1119181" y="438046"/>
                    <a:pt x="1116531" y="725017"/>
                    <a:pt x="1117856" y="1008012"/>
                  </a:cubicBezTo>
                  <a:lnTo>
                    <a:pt x="0" y="872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DC5342C-6E94-62D4-4348-01C85C1B429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518" y="1198146"/>
              <a:ext cx="1180259" cy="836484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C99AF15-28E0-08F2-52B1-667E4A855452}"/>
                </a:ext>
              </a:extLst>
            </p:cNvPr>
            <p:cNvCxnSpPr/>
            <p:nvPr/>
          </p:nvCxnSpPr>
          <p:spPr>
            <a:xfrm>
              <a:off x="10535074" y="2803328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92F356B-A0C1-1BE3-1B25-CC1D0CB194EE}"/>
                </a:ext>
              </a:extLst>
            </p:cNvPr>
            <p:cNvCxnSpPr/>
            <p:nvPr/>
          </p:nvCxnSpPr>
          <p:spPr>
            <a:xfrm>
              <a:off x="10550314" y="2498528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1FC585B-AB5C-5C6E-F35B-755F9ABEAA35}"/>
                </a:ext>
              </a:extLst>
            </p:cNvPr>
            <p:cNvCxnSpPr/>
            <p:nvPr/>
          </p:nvCxnSpPr>
          <p:spPr>
            <a:xfrm>
              <a:off x="10541170" y="2178488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9A75720A-9C94-7DC2-F8FB-E4A5B4F9FF99}"/>
                </a:ext>
              </a:extLst>
            </p:cNvPr>
            <p:cNvCxnSpPr>
              <a:cxnSpLocks/>
            </p:cNvCxnSpPr>
            <p:nvPr/>
          </p:nvCxnSpPr>
          <p:spPr>
            <a:xfrm>
              <a:off x="10547266" y="1553648"/>
              <a:ext cx="343238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C172DD8-9F10-2BA2-75F9-4CF7B29779D5}"/>
                </a:ext>
              </a:extLst>
            </p:cNvPr>
            <p:cNvCxnSpPr>
              <a:cxnSpLocks/>
            </p:cNvCxnSpPr>
            <p:nvPr/>
          </p:nvCxnSpPr>
          <p:spPr>
            <a:xfrm>
              <a:off x="10574698" y="1855400"/>
              <a:ext cx="59927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0D3550F-C8E2-2357-80DA-D972483813A6}"/>
                </a:ext>
              </a:extLst>
            </p:cNvPr>
            <p:cNvCxnSpPr>
              <a:cxnSpLocks/>
            </p:cNvCxnSpPr>
            <p:nvPr/>
          </p:nvCxnSpPr>
          <p:spPr>
            <a:xfrm>
              <a:off x="10871285" y="1534429"/>
              <a:ext cx="19219" cy="589989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055BE57C-5E17-2022-B3BA-DD547CD117A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080526" y="1699043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2F67A8E-D3F7-C535-B4EC-AD16F5DCB64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84098" y="1677390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EA24445E-4C74-92D1-8FF2-2AA5989708B2}"/>
                </a:ext>
              </a:extLst>
            </p:cNvPr>
            <p:cNvGrpSpPr/>
            <p:nvPr/>
          </p:nvGrpSpPr>
          <p:grpSpPr>
            <a:xfrm rot="20777045">
              <a:off x="10202868" y="1323333"/>
              <a:ext cx="725237" cy="853789"/>
              <a:chOff x="10317667" y="1428236"/>
              <a:chExt cx="725237" cy="853789"/>
            </a:xfrm>
          </p:grpSpPr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A0BC70FE-A447-73CE-D148-5F83682B7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23685" y="1686829"/>
                <a:ext cx="19219" cy="589989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6673C4DE-D649-9641-B588-EFF54F7B1B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41810" y="1853611"/>
                <a:ext cx="850750" cy="0"/>
              </a:xfrm>
              <a:prstGeom prst="line">
                <a:avLst/>
              </a:prstGeom>
              <a:ln>
                <a:solidFill>
                  <a:srgbClr val="0000FF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DD4C9EB-A03F-7AFF-5E35-B41A04AE01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892292" y="1856650"/>
                <a:ext cx="850750" cy="0"/>
              </a:xfrm>
              <a:prstGeom prst="line">
                <a:avLst/>
              </a:prstGeom>
              <a:ln>
                <a:solidFill>
                  <a:srgbClr val="0000F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457D1C2-43E5-F88B-7319-79F955FE719D}"/>
                </a:ext>
              </a:extLst>
            </p:cNvPr>
            <p:cNvCxnSpPr>
              <a:cxnSpLocks/>
            </p:cNvCxnSpPr>
            <p:nvPr/>
          </p:nvCxnSpPr>
          <p:spPr>
            <a:xfrm rot="6222955" flipH="1">
              <a:off x="6292373" y="1798153"/>
              <a:ext cx="850750" cy="0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0254772-FBE1-C21B-9569-39D5B070E8D4}"/>
                </a:ext>
              </a:extLst>
            </p:cNvPr>
            <p:cNvCxnSpPr>
              <a:cxnSpLocks/>
            </p:cNvCxnSpPr>
            <p:nvPr/>
          </p:nvCxnSpPr>
          <p:spPr>
            <a:xfrm rot="6222955" flipH="1">
              <a:off x="5969139" y="1750656"/>
              <a:ext cx="850750" cy="0"/>
            </a:xfrm>
            <a:prstGeom prst="line">
              <a:avLst/>
            </a:prstGeom>
            <a:ln>
              <a:solidFill>
                <a:srgbClr val="0000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CCEFEF8-5B1F-D19D-DE6A-ACB76F792A5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022848" y="1695792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8A217FB-5382-4362-B519-7288B69E791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39840" y="1665312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9AAA99E-C541-26FA-C8D1-F68F680C3086}"/>
                </a:ext>
              </a:extLst>
            </p:cNvPr>
            <p:cNvSpPr/>
            <p:nvPr/>
          </p:nvSpPr>
          <p:spPr>
            <a:xfrm rot="225058">
              <a:off x="4997394" y="1160945"/>
              <a:ext cx="240776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426" h="1024128">
                  <a:moveTo>
                    <a:pt x="256426" y="0"/>
                  </a:moveTo>
                  <a:cubicBezTo>
                    <a:pt x="164986" y="160782"/>
                    <a:pt x="97930" y="166116"/>
                    <a:pt x="82690" y="256032"/>
                  </a:cubicBezTo>
                  <a:cubicBezTo>
                    <a:pt x="67450" y="345948"/>
                    <a:pt x="178702" y="467868"/>
                    <a:pt x="164986" y="539496"/>
                  </a:cubicBezTo>
                  <a:cubicBezTo>
                    <a:pt x="151270" y="611124"/>
                    <a:pt x="8014" y="626364"/>
                    <a:pt x="394" y="685800"/>
                  </a:cubicBezTo>
                  <a:cubicBezTo>
                    <a:pt x="-7226" y="745236"/>
                    <a:pt x="97930" y="868680"/>
                    <a:pt x="119266" y="896112"/>
                  </a:cubicBezTo>
                  <a:cubicBezTo>
                    <a:pt x="140602" y="923544"/>
                    <a:pt x="65926" y="1005840"/>
                    <a:pt x="64402" y="1024128"/>
                  </a:cubicBez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A10BD79-32BE-66BA-B9F3-D80F8F97B5EF}"/>
                </a:ext>
              </a:extLst>
            </p:cNvPr>
            <p:cNvSpPr/>
            <p:nvPr/>
          </p:nvSpPr>
          <p:spPr>
            <a:xfrm rot="225058">
              <a:off x="5294981" y="1194437"/>
              <a:ext cx="241893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615" h="1024128">
                  <a:moveTo>
                    <a:pt x="257615" y="0"/>
                  </a:moveTo>
                  <a:cubicBezTo>
                    <a:pt x="166175" y="160782"/>
                    <a:pt x="114120" y="172243"/>
                    <a:pt x="83879" y="256032"/>
                  </a:cubicBezTo>
                  <a:cubicBezTo>
                    <a:pt x="53638" y="339821"/>
                    <a:pt x="89886" y="431104"/>
                    <a:pt x="76170" y="502732"/>
                  </a:cubicBezTo>
                  <a:cubicBezTo>
                    <a:pt x="62454" y="574360"/>
                    <a:pt x="8672" y="617380"/>
                    <a:pt x="1583" y="685800"/>
                  </a:cubicBezTo>
                  <a:cubicBezTo>
                    <a:pt x="-5506" y="754220"/>
                    <a:pt x="12298" y="885823"/>
                    <a:pt x="33634" y="913255"/>
                  </a:cubicBezTo>
                  <a:cubicBezTo>
                    <a:pt x="54970" y="940687"/>
                    <a:pt x="67115" y="1005840"/>
                    <a:pt x="65591" y="1024128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919D8EE-DA23-D356-FA5C-17FD4EA2E154}"/>
                </a:ext>
              </a:extLst>
            </p:cNvPr>
            <p:cNvSpPr/>
            <p:nvPr/>
          </p:nvSpPr>
          <p:spPr>
            <a:xfrm rot="21047121">
              <a:off x="4939482" y="1285913"/>
              <a:ext cx="240776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426" h="1024128">
                  <a:moveTo>
                    <a:pt x="256426" y="0"/>
                  </a:moveTo>
                  <a:cubicBezTo>
                    <a:pt x="164986" y="160782"/>
                    <a:pt x="97930" y="166116"/>
                    <a:pt x="82690" y="256032"/>
                  </a:cubicBezTo>
                  <a:cubicBezTo>
                    <a:pt x="67450" y="345948"/>
                    <a:pt x="178702" y="467868"/>
                    <a:pt x="164986" y="539496"/>
                  </a:cubicBezTo>
                  <a:cubicBezTo>
                    <a:pt x="151270" y="611124"/>
                    <a:pt x="8014" y="626364"/>
                    <a:pt x="394" y="685800"/>
                  </a:cubicBezTo>
                  <a:cubicBezTo>
                    <a:pt x="-7226" y="745236"/>
                    <a:pt x="97930" y="868680"/>
                    <a:pt x="119266" y="896112"/>
                  </a:cubicBezTo>
                  <a:cubicBezTo>
                    <a:pt x="140602" y="923544"/>
                    <a:pt x="65926" y="1005840"/>
                    <a:pt x="64402" y="102412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315806F-5AA9-8EB5-4E76-F8136AA27E8D}"/>
                </a:ext>
              </a:extLst>
            </p:cNvPr>
            <p:cNvSpPr/>
            <p:nvPr/>
          </p:nvSpPr>
          <p:spPr>
            <a:xfrm rot="21205842">
              <a:off x="5282789" y="1200533"/>
              <a:ext cx="241893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615" h="1024128">
                  <a:moveTo>
                    <a:pt x="257615" y="0"/>
                  </a:moveTo>
                  <a:cubicBezTo>
                    <a:pt x="166175" y="160782"/>
                    <a:pt x="114120" y="172243"/>
                    <a:pt x="83879" y="256032"/>
                  </a:cubicBezTo>
                  <a:cubicBezTo>
                    <a:pt x="53638" y="339821"/>
                    <a:pt x="89886" y="431104"/>
                    <a:pt x="76170" y="502732"/>
                  </a:cubicBezTo>
                  <a:cubicBezTo>
                    <a:pt x="62454" y="574360"/>
                    <a:pt x="8672" y="617380"/>
                    <a:pt x="1583" y="685800"/>
                  </a:cubicBezTo>
                  <a:cubicBezTo>
                    <a:pt x="-5506" y="754220"/>
                    <a:pt x="12298" y="885823"/>
                    <a:pt x="33634" y="913255"/>
                  </a:cubicBezTo>
                  <a:cubicBezTo>
                    <a:pt x="54970" y="940687"/>
                    <a:pt x="67115" y="1005840"/>
                    <a:pt x="65591" y="1024128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BD5E112-119D-C0E7-4EC6-63240DD003B6}"/>
                </a:ext>
              </a:extLst>
            </p:cNvPr>
            <p:cNvSpPr txBox="1"/>
            <p:nvPr/>
          </p:nvSpPr>
          <p:spPr>
            <a:xfrm>
              <a:off x="5170531" y="2357497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2C8165F-94E2-86B1-27A3-D47078815417}"/>
                </a:ext>
              </a:extLst>
            </p:cNvPr>
            <p:cNvSpPr/>
            <p:nvPr/>
          </p:nvSpPr>
          <p:spPr>
            <a:xfrm rot="168340" flipH="1">
              <a:off x="4277985" y="1111749"/>
              <a:ext cx="257259" cy="788121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980" h="931235">
                  <a:moveTo>
                    <a:pt x="273980" y="0"/>
                  </a:moveTo>
                  <a:cubicBezTo>
                    <a:pt x="182540" y="160782"/>
                    <a:pt x="130485" y="172243"/>
                    <a:pt x="100244" y="256032"/>
                  </a:cubicBezTo>
                  <a:cubicBezTo>
                    <a:pt x="70003" y="339821"/>
                    <a:pt x="109175" y="438475"/>
                    <a:pt x="92535" y="502732"/>
                  </a:cubicBezTo>
                  <a:cubicBezTo>
                    <a:pt x="75895" y="566989"/>
                    <a:pt x="-6432" y="594034"/>
                    <a:pt x="401" y="641576"/>
                  </a:cubicBezTo>
                  <a:cubicBezTo>
                    <a:pt x="7234" y="689119"/>
                    <a:pt x="112194" y="760555"/>
                    <a:pt x="133530" y="787987"/>
                  </a:cubicBezTo>
                  <a:cubicBezTo>
                    <a:pt x="154866" y="815419"/>
                    <a:pt x="165583" y="912947"/>
                    <a:pt x="164059" y="931235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52D188-00E5-A042-5B06-2C44FBFD4C52}"/>
                </a:ext>
              </a:extLst>
            </p:cNvPr>
            <p:cNvSpPr/>
            <p:nvPr/>
          </p:nvSpPr>
          <p:spPr>
            <a:xfrm flipH="1">
              <a:off x="4023194" y="1216152"/>
              <a:ext cx="132276" cy="566928"/>
            </a:xfrm>
            <a:custGeom>
              <a:avLst/>
              <a:gdLst>
                <a:gd name="connsiteX0" fmla="*/ 121256 w 121256"/>
                <a:gd name="connsiteY0" fmla="*/ 0 h 566928"/>
                <a:gd name="connsiteX1" fmla="*/ 38960 w 121256"/>
                <a:gd name="connsiteY1" fmla="*/ 292608 h 566928"/>
                <a:gd name="connsiteX2" fmla="*/ 2384 w 121256"/>
                <a:gd name="connsiteY2" fmla="*/ 393192 h 566928"/>
                <a:gd name="connsiteX3" fmla="*/ 102968 w 121256"/>
                <a:gd name="connsiteY3" fmla="*/ 484632 h 566928"/>
                <a:gd name="connsiteX4" fmla="*/ 84680 w 121256"/>
                <a:gd name="connsiteY4" fmla="*/ 566928 h 566928"/>
                <a:gd name="connsiteX5" fmla="*/ 84680 w 121256"/>
                <a:gd name="connsiteY5" fmla="*/ 566928 h 566928"/>
                <a:gd name="connsiteX0" fmla="*/ 119038 w 132276"/>
                <a:gd name="connsiteY0" fmla="*/ 0 h 566928"/>
                <a:gd name="connsiteX1" fmla="*/ 128182 w 132276"/>
                <a:gd name="connsiteY1" fmla="*/ 237744 h 566928"/>
                <a:gd name="connsiteX2" fmla="*/ 166 w 132276"/>
                <a:gd name="connsiteY2" fmla="*/ 393192 h 566928"/>
                <a:gd name="connsiteX3" fmla="*/ 100750 w 132276"/>
                <a:gd name="connsiteY3" fmla="*/ 484632 h 566928"/>
                <a:gd name="connsiteX4" fmla="*/ 82462 w 132276"/>
                <a:gd name="connsiteY4" fmla="*/ 566928 h 566928"/>
                <a:gd name="connsiteX5" fmla="*/ 82462 w 132276"/>
                <a:gd name="connsiteY5" fmla="*/ 566928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276" h="566928">
                  <a:moveTo>
                    <a:pt x="119038" y="0"/>
                  </a:moveTo>
                  <a:cubicBezTo>
                    <a:pt x="87796" y="113538"/>
                    <a:pt x="147994" y="172212"/>
                    <a:pt x="128182" y="237744"/>
                  </a:cubicBezTo>
                  <a:cubicBezTo>
                    <a:pt x="108370" y="303276"/>
                    <a:pt x="4738" y="352044"/>
                    <a:pt x="166" y="393192"/>
                  </a:cubicBezTo>
                  <a:cubicBezTo>
                    <a:pt x="-4406" y="434340"/>
                    <a:pt x="87034" y="455676"/>
                    <a:pt x="100750" y="484632"/>
                  </a:cubicBezTo>
                  <a:cubicBezTo>
                    <a:pt x="114466" y="513588"/>
                    <a:pt x="82462" y="566928"/>
                    <a:pt x="82462" y="566928"/>
                  </a:cubicBezTo>
                  <a:lnTo>
                    <a:pt x="82462" y="566928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12CDA4E-D63F-2A03-E154-3A5C7C4BEF59}"/>
                </a:ext>
              </a:extLst>
            </p:cNvPr>
            <p:cNvSpPr/>
            <p:nvPr/>
          </p:nvSpPr>
          <p:spPr>
            <a:xfrm rot="168340" flipH="1">
              <a:off x="3725875" y="1275682"/>
              <a:ext cx="227618" cy="510789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980" h="931235">
                  <a:moveTo>
                    <a:pt x="273980" y="0"/>
                  </a:moveTo>
                  <a:cubicBezTo>
                    <a:pt x="182540" y="160782"/>
                    <a:pt x="130485" y="172243"/>
                    <a:pt x="100244" y="256032"/>
                  </a:cubicBezTo>
                  <a:cubicBezTo>
                    <a:pt x="70003" y="339821"/>
                    <a:pt x="109175" y="438475"/>
                    <a:pt x="92535" y="502732"/>
                  </a:cubicBezTo>
                  <a:cubicBezTo>
                    <a:pt x="75895" y="566989"/>
                    <a:pt x="-6432" y="594034"/>
                    <a:pt x="401" y="641576"/>
                  </a:cubicBezTo>
                  <a:cubicBezTo>
                    <a:pt x="7234" y="689119"/>
                    <a:pt x="112194" y="760555"/>
                    <a:pt x="133530" y="787987"/>
                  </a:cubicBezTo>
                  <a:cubicBezTo>
                    <a:pt x="154866" y="815419"/>
                    <a:pt x="165583" y="912947"/>
                    <a:pt x="164059" y="931235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D214445B-8574-BF05-FA15-75EAB1441038}"/>
                </a:ext>
              </a:extLst>
            </p:cNvPr>
            <p:cNvSpPr/>
            <p:nvPr/>
          </p:nvSpPr>
          <p:spPr>
            <a:xfrm flipH="1">
              <a:off x="3425786" y="1337410"/>
              <a:ext cx="112878" cy="387757"/>
            </a:xfrm>
            <a:custGeom>
              <a:avLst/>
              <a:gdLst>
                <a:gd name="connsiteX0" fmla="*/ 121256 w 121256"/>
                <a:gd name="connsiteY0" fmla="*/ 0 h 566928"/>
                <a:gd name="connsiteX1" fmla="*/ 38960 w 121256"/>
                <a:gd name="connsiteY1" fmla="*/ 292608 h 566928"/>
                <a:gd name="connsiteX2" fmla="*/ 2384 w 121256"/>
                <a:gd name="connsiteY2" fmla="*/ 393192 h 566928"/>
                <a:gd name="connsiteX3" fmla="*/ 102968 w 121256"/>
                <a:gd name="connsiteY3" fmla="*/ 484632 h 566928"/>
                <a:gd name="connsiteX4" fmla="*/ 84680 w 121256"/>
                <a:gd name="connsiteY4" fmla="*/ 566928 h 566928"/>
                <a:gd name="connsiteX5" fmla="*/ 84680 w 121256"/>
                <a:gd name="connsiteY5" fmla="*/ 566928 h 566928"/>
                <a:gd name="connsiteX0" fmla="*/ 119038 w 132276"/>
                <a:gd name="connsiteY0" fmla="*/ 0 h 566928"/>
                <a:gd name="connsiteX1" fmla="*/ 128182 w 132276"/>
                <a:gd name="connsiteY1" fmla="*/ 237744 h 566928"/>
                <a:gd name="connsiteX2" fmla="*/ 166 w 132276"/>
                <a:gd name="connsiteY2" fmla="*/ 393192 h 566928"/>
                <a:gd name="connsiteX3" fmla="*/ 100750 w 132276"/>
                <a:gd name="connsiteY3" fmla="*/ 484632 h 566928"/>
                <a:gd name="connsiteX4" fmla="*/ 82462 w 132276"/>
                <a:gd name="connsiteY4" fmla="*/ 566928 h 566928"/>
                <a:gd name="connsiteX5" fmla="*/ 82462 w 132276"/>
                <a:gd name="connsiteY5" fmla="*/ 566928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276" h="566928">
                  <a:moveTo>
                    <a:pt x="119038" y="0"/>
                  </a:moveTo>
                  <a:cubicBezTo>
                    <a:pt x="87796" y="113538"/>
                    <a:pt x="147994" y="172212"/>
                    <a:pt x="128182" y="237744"/>
                  </a:cubicBezTo>
                  <a:cubicBezTo>
                    <a:pt x="108370" y="303276"/>
                    <a:pt x="4738" y="352044"/>
                    <a:pt x="166" y="393192"/>
                  </a:cubicBezTo>
                  <a:cubicBezTo>
                    <a:pt x="-4406" y="434340"/>
                    <a:pt x="87034" y="455676"/>
                    <a:pt x="100750" y="484632"/>
                  </a:cubicBezTo>
                  <a:cubicBezTo>
                    <a:pt x="114466" y="513588"/>
                    <a:pt x="82462" y="566928"/>
                    <a:pt x="82462" y="566928"/>
                  </a:cubicBezTo>
                  <a:lnTo>
                    <a:pt x="82462" y="566928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5CE887-FB58-09A1-75EC-461742E5721E}"/>
                </a:ext>
              </a:extLst>
            </p:cNvPr>
            <p:cNvSpPr/>
            <p:nvPr/>
          </p:nvSpPr>
          <p:spPr>
            <a:xfrm rot="168340" flipH="1">
              <a:off x="4256649" y="1291581"/>
              <a:ext cx="257259" cy="788121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980" h="931235">
                  <a:moveTo>
                    <a:pt x="273980" y="0"/>
                  </a:moveTo>
                  <a:cubicBezTo>
                    <a:pt x="182540" y="160782"/>
                    <a:pt x="130485" y="172243"/>
                    <a:pt x="100244" y="256032"/>
                  </a:cubicBezTo>
                  <a:cubicBezTo>
                    <a:pt x="70003" y="339821"/>
                    <a:pt x="109175" y="438475"/>
                    <a:pt x="92535" y="502732"/>
                  </a:cubicBezTo>
                  <a:cubicBezTo>
                    <a:pt x="75895" y="566989"/>
                    <a:pt x="-6432" y="594034"/>
                    <a:pt x="401" y="641576"/>
                  </a:cubicBezTo>
                  <a:cubicBezTo>
                    <a:pt x="7234" y="689119"/>
                    <a:pt x="112194" y="760555"/>
                    <a:pt x="133530" y="787987"/>
                  </a:cubicBezTo>
                  <a:cubicBezTo>
                    <a:pt x="154866" y="815419"/>
                    <a:pt x="165583" y="912947"/>
                    <a:pt x="164059" y="931235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686E816-B603-2D26-E036-1C8952C853D8}"/>
                </a:ext>
              </a:extLst>
            </p:cNvPr>
            <p:cNvSpPr/>
            <p:nvPr/>
          </p:nvSpPr>
          <p:spPr>
            <a:xfrm flipH="1">
              <a:off x="4001858" y="1395984"/>
              <a:ext cx="132276" cy="566928"/>
            </a:xfrm>
            <a:custGeom>
              <a:avLst/>
              <a:gdLst>
                <a:gd name="connsiteX0" fmla="*/ 121256 w 121256"/>
                <a:gd name="connsiteY0" fmla="*/ 0 h 566928"/>
                <a:gd name="connsiteX1" fmla="*/ 38960 w 121256"/>
                <a:gd name="connsiteY1" fmla="*/ 292608 h 566928"/>
                <a:gd name="connsiteX2" fmla="*/ 2384 w 121256"/>
                <a:gd name="connsiteY2" fmla="*/ 393192 h 566928"/>
                <a:gd name="connsiteX3" fmla="*/ 102968 w 121256"/>
                <a:gd name="connsiteY3" fmla="*/ 484632 h 566928"/>
                <a:gd name="connsiteX4" fmla="*/ 84680 w 121256"/>
                <a:gd name="connsiteY4" fmla="*/ 566928 h 566928"/>
                <a:gd name="connsiteX5" fmla="*/ 84680 w 121256"/>
                <a:gd name="connsiteY5" fmla="*/ 566928 h 566928"/>
                <a:gd name="connsiteX0" fmla="*/ 119038 w 132276"/>
                <a:gd name="connsiteY0" fmla="*/ 0 h 566928"/>
                <a:gd name="connsiteX1" fmla="*/ 128182 w 132276"/>
                <a:gd name="connsiteY1" fmla="*/ 237744 h 566928"/>
                <a:gd name="connsiteX2" fmla="*/ 166 w 132276"/>
                <a:gd name="connsiteY2" fmla="*/ 393192 h 566928"/>
                <a:gd name="connsiteX3" fmla="*/ 100750 w 132276"/>
                <a:gd name="connsiteY3" fmla="*/ 484632 h 566928"/>
                <a:gd name="connsiteX4" fmla="*/ 82462 w 132276"/>
                <a:gd name="connsiteY4" fmla="*/ 566928 h 566928"/>
                <a:gd name="connsiteX5" fmla="*/ 82462 w 132276"/>
                <a:gd name="connsiteY5" fmla="*/ 566928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276" h="566928">
                  <a:moveTo>
                    <a:pt x="119038" y="0"/>
                  </a:moveTo>
                  <a:cubicBezTo>
                    <a:pt x="87796" y="113538"/>
                    <a:pt x="147994" y="172212"/>
                    <a:pt x="128182" y="237744"/>
                  </a:cubicBezTo>
                  <a:cubicBezTo>
                    <a:pt x="108370" y="303276"/>
                    <a:pt x="4738" y="352044"/>
                    <a:pt x="166" y="393192"/>
                  </a:cubicBezTo>
                  <a:cubicBezTo>
                    <a:pt x="-4406" y="434340"/>
                    <a:pt x="87034" y="455676"/>
                    <a:pt x="100750" y="484632"/>
                  </a:cubicBezTo>
                  <a:cubicBezTo>
                    <a:pt x="114466" y="513588"/>
                    <a:pt x="82462" y="566928"/>
                    <a:pt x="82462" y="566928"/>
                  </a:cubicBezTo>
                  <a:lnTo>
                    <a:pt x="82462" y="566928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53E5C47-EFA6-50A3-95B8-E9520C7730CE}"/>
                </a:ext>
              </a:extLst>
            </p:cNvPr>
            <p:cNvSpPr/>
            <p:nvPr/>
          </p:nvSpPr>
          <p:spPr>
            <a:xfrm rot="168340" flipH="1">
              <a:off x="3704539" y="1455514"/>
              <a:ext cx="227618" cy="510789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980" h="931235">
                  <a:moveTo>
                    <a:pt x="273980" y="0"/>
                  </a:moveTo>
                  <a:cubicBezTo>
                    <a:pt x="182540" y="160782"/>
                    <a:pt x="130485" y="172243"/>
                    <a:pt x="100244" y="256032"/>
                  </a:cubicBezTo>
                  <a:cubicBezTo>
                    <a:pt x="70003" y="339821"/>
                    <a:pt x="109175" y="438475"/>
                    <a:pt x="92535" y="502732"/>
                  </a:cubicBezTo>
                  <a:cubicBezTo>
                    <a:pt x="75895" y="566989"/>
                    <a:pt x="-6432" y="594034"/>
                    <a:pt x="401" y="641576"/>
                  </a:cubicBezTo>
                  <a:cubicBezTo>
                    <a:pt x="7234" y="689119"/>
                    <a:pt x="112194" y="760555"/>
                    <a:pt x="133530" y="787987"/>
                  </a:cubicBezTo>
                  <a:cubicBezTo>
                    <a:pt x="154866" y="815419"/>
                    <a:pt x="165583" y="912947"/>
                    <a:pt x="164059" y="931235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7EDE092-A2F3-2D4A-0443-F88DB9B94F43}"/>
                </a:ext>
              </a:extLst>
            </p:cNvPr>
            <p:cNvSpPr/>
            <p:nvPr/>
          </p:nvSpPr>
          <p:spPr>
            <a:xfrm flipH="1">
              <a:off x="3404450" y="1517242"/>
              <a:ext cx="112878" cy="387757"/>
            </a:xfrm>
            <a:custGeom>
              <a:avLst/>
              <a:gdLst>
                <a:gd name="connsiteX0" fmla="*/ 121256 w 121256"/>
                <a:gd name="connsiteY0" fmla="*/ 0 h 566928"/>
                <a:gd name="connsiteX1" fmla="*/ 38960 w 121256"/>
                <a:gd name="connsiteY1" fmla="*/ 292608 h 566928"/>
                <a:gd name="connsiteX2" fmla="*/ 2384 w 121256"/>
                <a:gd name="connsiteY2" fmla="*/ 393192 h 566928"/>
                <a:gd name="connsiteX3" fmla="*/ 102968 w 121256"/>
                <a:gd name="connsiteY3" fmla="*/ 484632 h 566928"/>
                <a:gd name="connsiteX4" fmla="*/ 84680 w 121256"/>
                <a:gd name="connsiteY4" fmla="*/ 566928 h 566928"/>
                <a:gd name="connsiteX5" fmla="*/ 84680 w 121256"/>
                <a:gd name="connsiteY5" fmla="*/ 566928 h 566928"/>
                <a:gd name="connsiteX0" fmla="*/ 119038 w 132276"/>
                <a:gd name="connsiteY0" fmla="*/ 0 h 566928"/>
                <a:gd name="connsiteX1" fmla="*/ 128182 w 132276"/>
                <a:gd name="connsiteY1" fmla="*/ 237744 h 566928"/>
                <a:gd name="connsiteX2" fmla="*/ 166 w 132276"/>
                <a:gd name="connsiteY2" fmla="*/ 393192 h 566928"/>
                <a:gd name="connsiteX3" fmla="*/ 100750 w 132276"/>
                <a:gd name="connsiteY3" fmla="*/ 484632 h 566928"/>
                <a:gd name="connsiteX4" fmla="*/ 82462 w 132276"/>
                <a:gd name="connsiteY4" fmla="*/ 566928 h 566928"/>
                <a:gd name="connsiteX5" fmla="*/ 82462 w 132276"/>
                <a:gd name="connsiteY5" fmla="*/ 566928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276" h="566928">
                  <a:moveTo>
                    <a:pt x="119038" y="0"/>
                  </a:moveTo>
                  <a:cubicBezTo>
                    <a:pt x="87796" y="113538"/>
                    <a:pt x="147994" y="172212"/>
                    <a:pt x="128182" y="237744"/>
                  </a:cubicBezTo>
                  <a:cubicBezTo>
                    <a:pt x="108370" y="303276"/>
                    <a:pt x="4738" y="352044"/>
                    <a:pt x="166" y="393192"/>
                  </a:cubicBezTo>
                  <a:cubicBezTo>
                    <a:pt x="-4406" y="434340"/>
                    <a:pt x="87034" y="455676"/>
                    <a:pt x="100750" y="484632"/>
                  </a:cubicBezTo>
                  <a:cubicBezTo>
                    <a:pt x="114466" y="513588"/>
                    <a:pt x="82462" y="566928"/>
                    <a:pt x="82462" y="566928"/>
                  </a:cubicBezTo>
                  <a:lnTo>
                    <a:pt x="82462" y="566928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75563F4-55DF-B428-64C8-E5425ADB8BF6}"/>
                </a:ext>
              </a:extLst>
            </p:cNvPr>
            <p:cNvSpPr/>
            <p:nvPr/>
          </p:nvSpPr>
          <p:spPr>
            <a:xfrm rot="16393909">
              <a:off x="3017354" y="1514194"/>
              <a:ext cx="112878" cy="387757"/>
            </a:xfrm>
            <a:custGeom>
              <a:avLst/>
              <a:gdLst>
                <a:gd name="connsiteX0" fmla="*/ 121256 w 121256"/>
                <a:gd name="connsiteY0" fmla="*/ 0 h 566928"/>
                <a:gd name="connsiteX1" fmla="*/ 38960 w 121256"/>
                <a:gd name="connsiteY1" fmla="*/ 292608 h 566928"/>
                <a:gd name="connsiteX2" fmla="*/ 2384 w 121256"/>
                <a:gd name="connsiteY2" fmla="*/ 393192 h 566928"/>
                <a:gd name="connsiteX3" fmla="*/ 102968 w 121256"/>
                <a:gd name="connsiteY3" fmla="*/ 484632 h 566928"/>
                <a:gd name="connsiteX4" fmla="*/ 84680 w 121256"/>
                <a:gd name="connsiteY4" fmla="*/ 566928 h 566928"/>
                <a:gd name="connsiteX5" fmla="*/ 84680 w 121256"/>
                <a:gd name="connsiteY5" fmla="*/ 566928 h 566928"/>
                <a:gd name="connsiteX0" fmla="*/ 119038 w 132276"/>
                <a:gd name="connsiteY0" fmla="*/ 0 h 566928"/>
                <a:gd name="connsiteX1" fmla="*/ 128182 w 132276"/>
                <a:gd name="connsiteY1" fmla="*/ 237744 h 566928"/>
                <a:gd name="connsiteX2" fmla="*/ 166 w 132276"/>
                <a:gd name="connsiteY2" fmla="*/ 393192 h 566928"/>
                <a:gd name="connsiteX3" fmla="*/ 100750 w 132276"/>
                <a:gd name="connsiteY3" fmla="*/ 484632 h 566928"/>
                <a:gd name="connsiteX4" fmla="*/ 82462 w 132276"/>
                <a:gd name="connsiteY4" fmla="*/ 566928 h 566928"/>
                <a:gd name="connsiteX5" fmla="*/ 82462 w 132276"/>
                <a:gd name="connsiteY5" fmla="*/ 566928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276" h="566928">
                  <a:moveTo>
                    <a:pt x="119038" y="0"/>
                  </a:moveTo>
                  <a:cubicBezTo>
                    <a:pt x="87796" y="113538"/>
                    <a:pt x="147994" y="172212"/>
                    <a:pt x="128182" y="237744"/>
                  </a:cubicBezTo>
                  <a:cubicBezTo>
                    <a:pt x="108370" y="303276"/>
                    <a:pt x="4738" y="352044"/>
                    <a:pt x="166" y="393192"/>
                  </a:cubicBezTo>
                  <a:cubicBezTo>
                    <a:pt x="-4406" y="434340"/>
                    <a:pt x="87034" y="455676"/>
                    <a:pt x="100750" y="484632"/>
                  </a:cubicBezTo>
                  <a:cubicBezTo>
                    <a:pt x="114466" y="513588"/>
                    <a:pt x="82462" y="566928"/>
                    <a:pt x="82462" y="566928"/>
                  </a:cubicBezTo>
                  <a:lnTo>
                    <a:pt x="82462" y="566928"/>
                  </a:ln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F92F107D-20CD-B0E0-71E9-43B9ACE61E79}"/>
                </a:ext>
              </a:extLst>
            </p:cNvPr>
            <p:cNvSpPr/>
            <p:nvPr/>
          </p:nvSpPr>
          <p:spPr>
            <a:xfrm rot="15376979">
              <a:off x="2826855" y="1774304"/>
              <a:ext cx="209690" cy="390324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980" h="931235">
                  <a:moveTo>
                    <a:pt x="273980" y="0"/>
                  </a:moveTo>
                  <a:cubicBezTo>
                    <a:pt x="182540" y="160782"/>
                    <a:pt x="130485" y="172243"/>
                    <a:pt x="100244" y="256032"/>
                  </a:cubicBezTo>
                  <a:cubicBezTo>
                    <a:pt x="70003" y="339821"/>
                    <a:pt x="109175" y="438475"/>
                    <a:pt x="92535" y="502732"/>
                  </a:cubicBezTo>
                  <a:cubicBezTo>
                    <a:pt x="75895" y="566989"/>
                    <a:pt x="-6432" y="594034"/>
                    <a:pt x="401" y="641576"/>
                  </a:cubicBezTo>
                  <a:cubicBezTo>
                    <a:pt x="7234" y="689119"/>
                    <a:pt x="112194" y="760555"/>
                    <a:pt x="133530" y="787987"/>
                  </a:cubicBezTo>
                  <a:cubicBezTo>
                    <a:pt x="154866" y="815419"/>
                    <a:pt x="165583" y="912947"/>
                    <a:pt x="164059" y="931235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9950105-EF0E-9B19-ABD2-A092E7658A6B}"/>
                </a:ext>
              </a:extLst>
            </p:cNvPr>
            <p:cNvSpPr/>
            <p:nvPr/>
          </p:nvSpPr>
          <p:spPr>
            <a:xfrm rot="14818701">
              <a:off x="3003753" y="1990647"/>
              <a:ext cx="248306" cy="598607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  <a:gd name="connsiteX0" fmla="*/ 217524 w 217524"/>
                <a:gd name="connsiteY0" fmla="*/ -1 h 862007"/>
                <a:gd name="connsiteX1" fmla="*/ 100244 w 217524"/>
                <a:gd name="connsiteY1" fmla="*/ 186804 h 862007"/>
                <a:gd name="connsiteX2" fmla="*/ 92535 w 217524"/>
                <a:gd name="connsiteY2" fmla="*/ 433504 h 862007"/>
                <a:gd name="connsiteX3" fmla="*/ 401 w 217524"/>
                <a:gd name="connsiteY3" fmla="*/ 572348 h 862007"/>
                <a:gd name="connsiteX4" fmla="*/ 133530 w 217524"/>
                <a:gd name="connsiteY4" fmla="*/ 718759 h 862007"/>
                <a:gd name="connsiteX5" fmla="*/ 164059 w 217524"/>
                <a:gd name="connsiteY5" fmla="*/ 862007 h 86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524" h="862007">
                  <a:moveTo>
                    <a:pt x="217524" y="-1"/>
                  </a:moveTo>
                  <a:cubicBezTo>
                    <a:pt x="126084" y="160781"/>
                    <a:pt x="121075" y="114553"/>
                    <a:pt x="100244" y="186804"/>
                  </a:cubicBezTo>
                  <a:cubicBezTo>
                    <a:pt x="79413" y="259055"/>
                    <a:pt x="109175" y="369247"/>
                    <a:pt x="92535" y="433504"/>
                  </a:cubicBezTo>
                  <a:cubicBezTo>
                    <a:pt x="75895" y="497761"/>
                    <a:pt x="-6432" y="524806"/>
                    <a:pt x="401" y="572348"/>
                  </a:cubicBezTo>
                  <a:cubicBezTo>
                    <a:pt x="7234" y="619891"/>
                    <a:pt x="112194" y="691327"/>
                    <a:pt x="133530" y="718759"/>
                  </a:cubicBezTo>
                  <a:cubicBezTo>
                    <a:pt x="154866" y="746191"/>
                    <a:pt x="165583" y="843719"/>
                    <a:pt x="164059" y="862007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F2E0688-5826-1D15-84C3-EA72536518D9}"/>
                </a:ext>
              </a:extLst>
            </p:cNvPr>
            <p:cNvSpPr/>
            <p:nvPr/>
          </p:nvSpPr>
          <p:spPr>
            <a:xfrm rot="14466304">
              <a:off x="2946078" y="2203158"/>
              <a:ext cx="329157" cy="681123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  <a:gd name="connsiteX0" fmla="*/ 296070 w 296070"/>
                <a:gd name="connsiteY0" fmla="*/ 0 h 944283"/>
                <a:gd name="connsiteX1" fmla="*/ 122334 w 296070"/>
                <a:gd name="connsiteY1" fmla="*/ 256032 h 944283"/>
                <a:gd name="connsiteX2" fmla="*/ 114625 w 296070"/>
                <a:gd name="connsiteY2" fmla="*/ 502732 h 944283"/>
                <a:gd name="connsiteX3" fmla="*/ 22491 w 296070"/>
                <a:gd name="connsiteY3" fmla="*/ 641576 h 944283"/>
                <a:gd name="connsiteX4" fmla="*/ 155620 w 296070"/>
                <a:gd name="connsiteY4" fmla="*/ 787987 h 944283"/>
                <a:gd name="connsiteX5" fmla="*/ 0 w 296070"/>
                <a:gd name="connsiteY5" fmla="*/ 944283 h 944283"/>
                <a:gd name="connsiteX0" fmla="*/ 273981 w 273981"/>
                <a:gd name="connsiteY0" fmla="*/ 0 h 970031"/>
                <a:gd name="connsiteX1" fmla="*/ 100245 w 273981"/>
                <a:gd name="connsiteY1" fmla="*/ 256032 h 970031"/>
                <a:gd name="connsiteX2" fmla="*/ 92536 w 273981"/>
                <a:gd name="connsiteY2" fmla="*/ 502732 h 970031"/>
                <a:gd name="connsiteX3" fmla="*/ 402 w 273981"/>
                <a:gd name="connsiteY3" fmla="*/ 641576 h 970031"/>
                <a:gd name="connsiteX4" fmla="*/ 133531 w 273981"/>
                <a:gd name="connsiteY4" fmla="*/ 787987 h 970031"/>
                <a:gd name="connsiteX5" fmla="*/ 14773 w 273981"/>
                <a:gd name="connsiteY5" fmla="*/ 970031 h 970031"/>
                <a:gd name="connsiteX0" fmla="*/ 273746 w 273746"/>
                <a:gd name="connsiteY0" fmla="*/ 0 h 970031"/>
                <a:gd name="connsiteX1" fmla="*/ 100010 w 273746"/>
                <a:gd name="connsiteY1" fmla="*/ 256032 h 970031"/>
                <a:gd name="connsiteX2" fmla="*/ 92301 w 273746"/>
                <a:gd name="connsiteY2" fmla="*/ 502732 h 970031"/>
                <a:gd name="connsiteX3" fmla="*/ 167 w 273746"/>
                <a:gd name="connsiteY3" fmla="*/ 641576 h 970031"/>
                <a:gd name="connsiteX4" fmla="*/ 71184 w 273746"/>
                <a:gd name="connsiteY4" fmla="*/ 758909 h 970031"/>
                <a:gd name="connsiteX5" fmla="*/ 14538 w 273746"/>
                <a:gd name="connsiteY5" fmla="*/ 970031 h 970031"/>
                <a:gd name="connsiteX0" fmla="*/ 273746 w 273746"/>
                <a:gd name="connsiteY0" fmla="*/ 0 h 970031"/>
                <a:gd name="connsiteX1" fmla="*/ 131336 w 273746"/>
                <a:gd name="connsiteY1" fmla="*/ 134843 h 970031"/>
                <a:gd name="connsiteX2" fmla="*/ 92301 w 273746"/>
                <a:gd name="connsiteY2" fmla="*/ 502732 h 970031"/>
                <a:gd name="connsiteX3" fmla="*/ 167 w 273746"/>
                <a:gd name="connsiteY3" fmla="*/ 641576 h 970031"/>
                <a:gd name="connsiteX4" fmla="*/ 71184 w 273746"/>
                <a:gd name="connsiteY4" fmla="*/ 758909 h 970031"/>
                <a:gd name="connsiteX5" fmla="*/ 14538 w 273746"/>
                <a:gd name="connsiteY5" fmla="*/ 970031 h 970031"/>
                <a:gd name="connsiteX0" fmla="*/ 276504 w 276504"/>
                <a:gd name="connsiteY0" fmla="*/ 0 h 970031"/>
                <a:gd name="connsiteX1" fmla="*/ 134094 w 276504"/>
                <a:gd name="connsiteY1" fmla="*/ 134843 h 970031"/>
                <a:gd name="connsiteX2" fmla="*/ 180021 w 276504"/>
                <a:gd name="connsiteY2" fmla="*/ 376084 h 970031"/>
                <a:gd name="connsiteX3" fmla="*/ 2925 w 276504"/>
                <a:gd name="connsiteY3" fmla="*/ 641576 h 970031"/>
                <a:gd name="connsiteX4" fmla="*/ 73942 w 276504"/>
                <a:gd name="connsiteY4" fmla="*/ 758909 h 970031"/>
                <a:gd name="connsiteX5" fmla="*/ 17296 w 276504"/>
                <a:gd name="connsiteY5" fmla="*/ 970031 h 970031"/>
                <a:gd name="connsiteX0" fmla="*/ 259208 w 259208"/>
                <a:gd name="connsiteY0" fmla="*/ 0 h 970031"/>
                <a:gd name="connsiteX1" fmla="*/ 116798 w 259208"/>
                <a:gd name="connsiteY1" fmla="*/ 134843 h 970031"/>
                <a:gd name="connsiteX2" fmla="*/ 162725 w 259208"/>
                <a:gd name="connsiteY2" fmla="*/ 376084 h 970031"/>
                <a:gd name="connsiteX3" fmla="*/ 12905 w 259208"/>
                <a:gd name="connsiteY3" fmla="*/ 603400 h 970031"/>
                <a:gd name="connsiteX4" fmla="*/ 56646 w 259208"/>
                <a:gd name="connsiteY4" fmla="*/ 758909 h 970031"/>
                <a:gd name="connsiteX5" fmla="*/ 0 w 259208"/>
                <a:gd name="connsiteY5" fmla="*/ 970031 h 970031"/>
                <a:gd name="connsiteX0" fmla="*/ 250689 w 250689"/>
                <a:gd name="connsiteY0" fmla="*/ 0 h 930783"/>
                <a:gd name="connsiteX1" fmla="*/ 108279 w 250689"/>
                <a:gd name="connsiteY1" fmla="*/ 134843 h 930783"/>
                <a:gd name="connsiteX2" fmla="*/ 154206 w 250689"/>
                <a:gd name="connsiteY2" fmla="*/ 376084 h 930783"/>
                <a:gd name="connsiteX3" fmla="*/ 4386 w 250689"/>
                <a:gd name="connsiteY3" fmla="*/ 603400 h 930783"/>
                <a:gd name="connsiteX4" fmla="*/ 48127 w 250689"/>
                <a:gd name="connsiteY4" fmla="*/ 758909 h 930783"/>
                <a:gd name="connsiteX5" fmla="*/ 95565 w 250689"/>
                <a:gd name="connsiteY5" fmla="*/ 930783 h 930783"/>
                <a:gd name="connsiteX0" fmla="*/ 250689 w 250689"/>
                <a:gd name="connsiteY0" fmla="*/ 0 h 927691"/>
                <a:gd name="connsiteX1" fmla="*/ 108279 w 250689"/>
                <a:gd name="connsiteY1" fmla="*/ 134843 h 927691"/>
                <a:gd name="connsiteX2" fmla="*/ 154206 w 250689"/>
                <a:gd name="connsiteY2" fmla="*/ 376084 h 927691"/>
                <a:gd name="connsiteX3" fmla="*/ 4386 w 250689"/>
                <a:gd name="connsiteY3" fmla="*/ 603400 h 927691"/>
                <a:gd name="connsiteX4" fmla="*/ 48127 w 250689"/>
                <a:gd name="connsiteY4" fmla="*/ 758909 h 927691"/>
                <a:gd name="connsiteX5" fmla="*/ 45390 w 250689"/>
                <a:gd name="connsiteY5" fmla="*/ 927690 h 927691"/>
                <a:gd name="connsiteX0" fmla="*/ 318217 w 318217"/>
                <a:gd name="connsiteY0" fmla="*/ 0 h 927690"/>
                <a:gd name="connsiteX1" fmla="*/ 175807 w 318217"/>
                <a:gd name="connsiteY1" fmla="*/ 134843 h 927690"/>
                <a:gd name="connsiteX2" fmla="*/ 221734 w 318217"/>
                <a:gd name="connsiteY2" fmla="*/ 376084 h 927690"/>
                <a:gd name="connsiteX3" fmla="*/ 71914 w 318217"/>
                <a:gd name="connsiteY3" fmla="*/ 603400 h 927690"/>
                <a:gd name="connsiteX4" fmla="*/ 4963 w 318217"/>
                <a:gd name="connsiteY4" fmla="*/ 763505 h 927690"/>
                <a:gd name="connsiteX5" fmla="*/ 112918 w 318217"/>
                <a:gd name="connsiteY5" fmla="*/ 927690 h 927690"/>
                <a:gd name="connsiteX0" fmla="*/ 267105 w 267105"/>
                <a:gd name="connsiteY0" fmla="*/ 0 h 927690"/>
                <a:gd name="connsiteX1" fmla="*/ 124695 w 267105"/>
                <a:gd name="connsiteY1" fmla="*/ 134843 h 927690"/>
                <a:gd name="connsiteX2" fmla="*/ 170622 w 267105"/>
                <a:gd name="connsiteY2" fmla="*/ 376084 h 927690"/>
                <a:gd name="connsiteX3" fmla="*/ 20802 w 267105"/>
                <a:gd name="connsiteY3" fmla="*/ 603400 h 927690"/>
                <a:gd name="connsiteX4" fmla="*/ 14877 w 267105"/>
                <a:gd name="connsiteY4" fmla="*/ 736823 h 927690"/>
                <a:gd name="connsiteX5" fmla="*/ 61806 w 267105"/>
                <a:gd name="connsiteY5" fmla="*/ 927690 h 927690"/>
                <a:gd name="connsiteX0" fmla="*/ 270838 w 270838"/>
                <a:gd name="connsiteY0" fmla="*/ 1 h 973124"/>
                <a:gd name="connsiteX1" fmla="*/ 124695 w 270838"/>
                <a:gd name="connsiteY1" fmla="*/ 180277 h 973124"/>
                <a:gd name="connsiteX2" fmla="*/ 170622 w 270838"/>
                <a:gd name="connsiteY2" fmla="*/ 421518 h 973124"/>
                <a:gd name="connsiteX3" fmla="*/ 20802 w 270838"/>
                <a:gd name="connsiteY3" fmla="*/ 648834 h 973124"/>
                <a:gd name="connsiteX4" fmla="*/ 14877 w 270838"/>
                <a:gd name="connsiteY4" fmla="*/ 782257 h 973124"/>
                <a:gd name="connsiteX5" fmla="*/ 61806 w 270838"/>
                <a:gd name="connsiteY5" fmla="*/ 973124 h 973124"/>
                <a:gd name="connsiteX0" fmla="*/ 319321 w 319321"/>
                <a:gd name="connsiteY0" fmla="*/ -1 h 1000578"/>
                <a:gd name="connsiteX1" fmla="*/ 124695 w 319321"/>
                <a:gd name="connsiteY1" fmla="*/ 207731 h 1000578"/>
                <a:gd name="connsiteX2" fmla="*/ 170622 w 319321"/>
                <a:gd name="connsiteY2" fmla="*/ 448972 h 1000578"/>
                <a:gd name="connsiteX3" fmla="*/ 20802 w 319321"/>
                <a:gd name="connsiteY3" fmla="*/ 676288 h 1000578"/>
                <a:gd name="connsiteX4" fmla="*/ 14877 w 319321"/>
                <a:gd name="connsiteY4" fmla="*/ 809711 h 1000578"/>
                <a:gd name="connsiteX5" fmla="*/ 61806 w 319321"/>
                <a:gd name="connsiteY5" fmla="*/ 1000578 h 1000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9321" h="1000578">
                  <a:moveTo>
                    <a:pt x="319321" y="-1"/>
                  </a:moveTo>
                  <a:cubicBezTo>
                    <a:pt x="227881" y="160781"/>
                    <a:pt x="149478" y="132902"/>
                    <a:pt x="124695" y="207731"/>
                  </a:cubicBezTo>
                  <a:cubicBezTo>
                    <a:pt x="99912" y="282560"/>
                    <a:pt x="187938" y="370879"/>
                    <a:pt x="170622" y="448972"/>
                  </a:cubicBezTo>
                  <a:cubicBezTo>
                    <a:pt x="153306" y="527065"/>
                    <a:pt x="46760" y="616165"/>
                    <a:pt x="20802" y="676288"/>
                  </a:cubicBezTo>
                  <a:cubicBezTo>
                    <a:pt x="-5155" y="736411"/>
                    <a:pt x="-6459" y="782279"/>
                    <a:pt x="14877" y="809711"/>
                  </a:cubicBezTo>
                  <a:cubicBezTo>
                    <a:pt x="36213" y="837143"/>
                    <a:pt x="63330" y="982290"/>
                    <a:pt x="61806" y="1000578"/>
                  </a:cubicBezTo>
                </a:path>
              </a:pathLst>
            </a:custGeom>
            <a:noFill/>
            <a:ln w="12700">
              <a:solidFill>
                <a:srgbClr val="0000F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95DE533A-9017-BF5E-FAF7-6BE92E09534C}"/>
                </a:ext>
              </a:extLst>
            </p:cNvPr>
            <p:cNvSpPr/>
            <p:nvPr/>
          </p:nvSpPr>
          <p:spPr>
            <a:xfrm rot="14818701">
              <a:off x="2785499" y="1977017"/>
              <a:ext cx="312751" cy="646681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980" h="931235">
                  <a:moveTo>
                    <a:pt x="273980" y="0"/>
                  </a:moveTo>
                  <a:cubicBezTo>
                    <a:pt x="182540" y="160782"/>
                    <a:pt x="130485" y="172243"/>
                    <a:pt x="100244" y="256032"/>
                  </a:cubicBezTo>
                  <a:cubicBezTo>
                    <a:pt x="70003" y="339821"/>
                    <a:pt x="109175" y="438475"/>
                    <a:pt x="92535" y="502732"/>
                  </a:cubicBezTo>
                  <a:cubicBezTo>
                    <a:pt x="75895" y="566989"/>
                    <a:pt x="-6432" y="594034"/>
                    <a:pt x="401" y="641576"/>
                  </a:cubicBezTo>
                  <a:cubicBezTo>
                    <a:pt x="7234" y="689119"/>
                    <a:pt x="112194" y="760555"/>
                    <a:pt x="133530" y="787987"/>
                  </a:cubicBezTo>
                  <a:cubicBezTo>
                    <a:pt x="154866" y="815419"/>
                    <a:pt x="165583" y="912947"/>
                    <a:pt x="164059" y="931235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9830E9DA-501F-12E8-2C25-7E879017D510}"/>
                </a:ext>
              </a:extLst>
            </p:cNvPr>
            <p:cNvSpPr/>
            <p:nvPr/>
          </p:nvSpPr>
          <p:spPr>
            <a:xfrm rot="14818701">
              <a:off x="2781696" y="2249224"/>
              <a:ext cx="295888" cy="673622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  <a:gd name="connsiteX0" fmla="*/ 296070 w 296070"/>
                <a:gd name="connsiteY0" fmla="*/ 0 h 944283"/>
                <a:gd name="connsiteX1" fmla="*/ 122334 w 296070"/>
                <a:gd name="connsiteY1" fmla="*/ 256032 h 944283"/>
                <a:gd name="connsiteX2" fmla="*/ 114625 w 296070"/>
                <a:gd name="connsiteY2" fmla="*/ 502732 h 944283"/>
                <a:gd name="connsiteX3" fmla="*/ 22491 w 296070"/>
                <a:gd name="connsiteY3" fmla="*/ 641576 h 944283"/>
                <a:gd name="connsiteX4" fmla="*/ 155620 w 296070"/>
                <a:gd name="connsiteY4" fmla="*/ 787987 h 944283"/>
                <a:gd name="connsiteX5" fmla="*/ 0 w 296070"/>
                <a:gd name="connsiteY5" fmla="*/ 944283 h 944283"/>
                <a:gd name="connsiteX0" fmla="*/ 273981 w 273981"/>
                <a:gd name="connsiteY0" fmla="*/ 0 h 970031"/>
                <a:gd name="connsiteX1" fmla="*/ 100245 w 273981"/>
                <a:gd name="connsiteY1" fmla="*/ 256032 h 970031"/>
                <a:gd name="connsiteX2" fmla="*/ 92536 w 273981"/>
                <a:gd name="connsiteY2" fmla="*/ 502732 h 970031"/>
                <a:gd name="connsiteX3" fmla="*/ 402 w 273981"/>
                <a:gd name="connsiteY3" fmla="*/ 641576 h 970031"/>
                <a:gd name="connsiteX4" fmla="*/ 133531 w 273981"/>
                <a:gd name="connsiteY4" fmla="*/ 787987 h 970031"/>
                <a:gd name="connsiteX5" fmla="*/ 14773 w 273981"/>
                <a:gd name="connsiteY5" fmla="*/ 970031 h 970031"/>
                <a:gd name="connsiteX0" fmla="*/ 273746 w 273746"/>
                <a:gd name="connsiteY0" fmla="*/ 0 h 970031"/>
                <a:gd name="connsiteX1" fmla="*/ 100010 w 273746"/>
                <a:gd name="connsiteY1" fmla="*/ 256032 h 970031"/>
                <a:gd name="connsiteX2" fmla="*/ 92301 w 273746"/>
                <a:gd name="connsiteY2" fmla="*/ 502732 h 970031"/>
                <a:gd name="connsiteX3" fmla="*/ 167 w 273746"/>
                <a:gd name="connsiteY3" fmla="*/ 641576 h 970031"/>
                <a:gd name="connsiteX4" fmla="*/ 71184 w 273746"/>
                <a:gd name="connsiteY4" fmla="*/ 758909 h 970031"/>
                <a:gd name="connsiteX5" fmla="*/ 14538 w 273746"/>
                <a:gd name="connsiteY5" fmla="*/ 970031 h 970031"/>
                <a:gd name="connsiteX0" fmla="*/ 273746 w 273746"/>
                <a:gd name="connsiteY0" fmla="*/ 0 h 970031"/>
                <a:gd name="connsiteX1" fmla="*/ 131336 w 273746"/>
                <a:gd name="connsiteY1" fmla="*/ 134843 h 970031"/>
                <a:gd name="connsiteX2" fmla="*/ 92301 w 273746"/>
                <a:gd name="connsiteY2" fmla="*/ 502732 h 970031"/>
                <a:gd name="connsiteX3" fmla="*/ 167 w 273746"/>
                <a:gd name="connsiteY3" fmla="*/ 641576 h 970031"/>
                <a:gd name="connsiteX4" fmla="*/ 71184 w 273746"/>
                <a:gd name="connsiteY4" fmla="*/ 758909 h 970031"/>
                <a:gd name="connsiteX5" fmla="*/ 14538 w 273746"/>
                <a:gd name="connsiteY5" fmla="*/ 970031 h 970031"/>
                <a:gd name="connsiteX0" fmla="*/ 276504 w 276504"/>
                <a:gd name="connsiteY0" fmla="*/ 0 h 970031"/>
                <a:gd name="connsiteX1" fmla="*/ 134094 w 276504"/>
                <a:gd name="connsiteY1" fmla="*/ 134843 h 970031"/>
                <a:gd name="connsiteX2" fmla="*/ 180021 w 276504"/>
                <a:gd name="connsiteY2" fmla="*/ 376084 h 970031"/>
                <a:gd name="connsiteX3" fmla="*/ 2925 w 276504"/>
                <a:gd name="connsiteY3" fmla="*/ 641576 h 970031"/>
                <a:gd name="connsiteX4" fmla="*/ 73942 w 276504"/>
                <a:gd name="connsiteY4" fmla="*/ 758909 h 970031"/>
                <a:gd name="connsiteX5" fmla="*/ 17296 w 276504"/>
                <a:gd name="connsiteY5" fmla="*/ 970031 h 970031"/>
                <a:gd name="connsiteX0" fmla="*/ 259208 w 259208"/>
                <a:gd name="connsiteY0" fmla="*/ 0 h 970031"/>
                <a:gd name="connsiteX1" fmla="*/ 116798 w 259208"/>
                <a:gd name="connsiteY1" fmla="*/ 134843 h 970031"/>
                <a:gd name="connsiteX2" fmla="*/ 162725 w 259208"/>
                <a:gd name="connsiteY2" fmla="*/ 376084 h 970031"/>
                <a:gd name="connsiteX3" fmla="*/ 12905 w 259208"/>
                <a:gd name="connsiteY3" fmla="*/ 603400 h 970031"/>
                <a:gd name="connsiteX4" fmla="*/ 56646 w 259208"/>
                <a:gd name="connsiteY4" fmla="*/ 758909 h 970031"/>
                <a:gd name="connsiteX5" fmla="*/ 0 w 259208"/>
                <a:gd name="connsiteY5" fmla="*/ 970031 h 97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208" h="970031">
                  <a:moveTo>
                    <a:pt x="259208" y="0"/>
                  </a:moveTo>
                  <a:cubicBezTo>
                    <a:pt x="167768" y="160782"/>
                    <a:pt x="132879" y="72162"/>
                    <a:pt x="116798" y="134843"/>
                  </a:cubicBezTo>
                  <a:cubicBezTo>
                    <a:pt x="100718" y="197524"/>
                    <a:pt x="180041" y="297991"/>
                    <a:pt x="162725" y="376084"/>
                  </a:cubicBezTo>
                  <a:cubicBezTo>
                    <a:pt x="145409" y="454177"/>
                    <a:pt x="30585" y="539596"/>
                    <a:pt x="12905" y="603400"/>
                  </a:cubicBezTo>
                  <a:cubicBezTo>
                    <a:pt x="-4775" y="667204"/>
                    <a:pt x="35310" y="731477"/>
                    <a:pt x="56646" y="758909"/>
                  </a:cubicBezTo>
                  <a:cubicBezTo>
                    <a:pt x="77982" y="786341"/>
                    <a:pt x="1524" y="951743"/>
                    <a:pt x="0" y="970031"/>
                  </a:cubicBezTo>
                </a:path>
              </a:pathLst>
            </a:custGeom>
            <a:noFill/>
            <a:ln w="1270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83016C2D-B476-F6EF-6470-F04A0AD974BB}"/>
                </a:ext>
              </a:extLst>
            </p:cNvPr>
            <p:cNvSpPr/>
            <p:nvPr/>
          </p:nvSpPr>
          <p:spPr>
            <a:xfrm rot="15376979">
              <a:off x="2979255" y="1816745"/>
              <a:ext cx="209690" cy="390324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  <a:gd name="connsiteX0" fmla="*/ 257615 w 257615"/>
                <a:gd name="connsiteY0" fmla="*/ 0 h 931235"/>
                <a:gd name="connsiteX1" fmla="*/ 83879 w 257615"/>
                <a:gd name="connsiteY1" fmla="*/ 256032 h 931235"/>
                <a:gd name="connsiteX2" fmla="*/ 76170 w 257615"/>
                <a:gd name="connsiteY2" fmla="*/ 502732 h 931235"/>
                <a:gd name="connsiteX3" fmla="*/ 1583 w 257615"/>
                <a:gd name="connsiteY3" fmla="*/ 685800 h 931235"/>
                <a:gd name="connsiteX4" fmla="*/ 33634 w 257615"/>
                <a:gd name="connsiteY4" fmla="*/ 913255 h 931235"/>
                <a:gd name="connsiteX5" fmla="*/ 147694 w 257615"/>
                <a:gd name="connsiteY5" fmla="*/ 931235 h 931235"/>
                <a:gd name="connsiteX0" fmla="*/ 256565 w 256565"/>
                <a:gd name="connsiteY0" fmla="*/ 0 h 931235"/>
                <a:gd name="connsiteX1" fmla="*/ 82829 w 256565"/>
                <a:gd name="connsiteY1" fmla="*/ 256032 h 931235"/>
                <a:gd name="connsiteX2" fmla="*/ 75120 w 256565"/>
                <a:gd name="connsiteY2" fmla="*/ 502732 h 931235"/>
                <a:gd name="connsiteX3" fmla="*/ 533 w 256565"/>
                <a:gd name="connsiteY3" fmla="*/ 685800 h 931235"/>
                <a:gd name="connsiteX4" fmla="*/ 46123 w 256565"/>
                <a:gd name="connsiteY4" fmla="*/ 827451 h 931235"/>
                <a:gd name="connsiteX5" fmla="*/ 146644 w 256565"/>
                <a:gd name="connsiteY5" fmla="*/ 931235 h 931235"/>
                <a:gd name="connsiteX0" fmla="*/ 273927 w 273927"/>
                <a:gd name="connsiteY0" fmla="*/ 0 h 931235"/>
                <a:gd name="connsiteX1" fmla="*/ 100191 w 273927"/>
                <a:gd name="connsiteY1" fmla="*/ 256032 h 931235"/>
                <a:gd name="connsiteX2" fmla="*/ 92482 w 273927"/>
                <a:gd name="connsiteY2" fmla="*/ 502732 h 931235"/>
                <a:gd name="connsiteX3" fmla="*/ 348 w 273927"/>
                <a:gd name="connsiteY3" fmla="*/ 641576 h 931235"/>
                <a:gd name="connsiteX4" fmla="*/ 63485 w 273927"/>
                <a:gd name="connsiteY4" fmla="*/ 827451 h 931235"/>
                <a:gd name="connsiteX5" fmla="*/ 164006 w 273927"/>
                <a:gd name="connsiteY5" fmla="*/ 931235 h 931235"/>
                <a:gd name="connsiteX0" fmla="*/ 273980 w 273980"/>
                <a:gd name="connsiteY0" fmla="*/ 0 h 931235"/>
                <a:gd name="connsiteX1" fmla="*/ 100244 w 273980"/>
                <a:gd name="connsiteY1" fmla="*/ 256032 h 931235"/>
                <a:gd name="connsiteX2" fmla="*/ 92535 w 273980"/>
                <a:gd name="connsiteY2" fmla="*/ 502732 h 931235"/>
                <a:gd name="connsiteX3" fmla="*/ 401 w 273980"/>
                <a:gd name="connsiteY3" fmla="*/ 641576 h 931235"/>
                <a:gd name="connsiteX4" fmla="*/ 133530 w 273980"/>
                <a:gd name="connsiteY4" fmla="*/ 787987 h 931235"/>
                <a:gd name="connsiteX5" fmla="*/ 164059 w 273980"/>
                <a:gd name="connsiteY5" fmla="*/ 931235 h 93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3980" h="931235">
                  <a:moveTo>
                    <a:pt x="273980" y="0"/>
                  </a:moveTo>
                  <a:cubicBezTo>
                    <a:pt x="182540" y="160782"/>
                    <a:pt x="130485" y="172243"/>
                    <a:pt x="100244" y="256032"/>
                  </a:cubicBezTo>
                  <a:cubicBezTo>
                    <a:pt x="70003" y="339821"/>
                    <a:pt x="109175" y="438475"/>
                    <a:pt x="92535" y="502732"/>
                  </a:cubicBezTo>
                  <a:cubicBezTo>
                    <a:pt x="75895" y="566989"/>
                    <a:pt x="-6432" y="594034"/>
                    <a:pt x="401" y="641576"/>
                  </a:cubicBezTo>
                  <a:cubicBezTo>
                    <a:pt x="7234" y="689119"/>
                    <a:pt x="112194" y="760555"/>
                    <a:pt x="133530" y="787987"/>
                  </a:cubicBezTo>
                  <a:cubicBezTo>
                    <a:pt x="154866" y="815419"/>
                    <a:pt x="165583" y="912947"/>
                    <a:pt x="164059" y="931235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8851F65-598A-84BC-12B6-8BCFC1BE7695}"/>
                </a:ext>
              </a:extLst>
            </p:cNvPr>
            <p:cNvSpPr/>
            <p:nvPr/>
          </p:nvSpPr>
          <p:spPr>
            <a:xfrm rot="16393909">
              <a:off x="3004925" y="1658593"/>
              <a:ext cx="161375" cy="229018"/>
            </a:xfrm>
            <a:custGeom>
              <a:avLst/>
              <a:gdLst>
                <a:gd name="connsiteX0" fmla="*/ 121256 w 121256"/>
                <a:gd name="connsiteY0" fmla="*/ 0 h 566928"/>
                <a:gd name="connsiteX1" fmla="*/ 38960 w 121256"/>
                <a:gd name="connsiteY1" fmla="*/ 292608 h 566928"/>
                <a:gd name="connsiteX2" fmla="*/ 2384 w 121256"/>
                <a:gd name="connsiteY2" fmla="*/ 393192 h 566928"/>
                <a:gd name="connsiteX3" fmla="*/ 102968 w 121256"/>
                <a:gd name="connsiteY3" fmla="*/ 484632 h 566928"/>
                <a:gd name="connsiteX4" fmla="*/ 84680 w 121256"/>
                <a:gd name="connsiteY4" fmla="*/ 566928 h 566928"/>
                <a:gd name="connsiteX5" fmla="*/ 84680 w 121256"/>
                <a:gd name="connsiteY5" fmla="*/ 566928 h 566928"/>
                <a:gd name="connsiteX0" fmla="*/ 119038 w 132276"/>
                <a:gd name="connsiteY0" fmla="*/ 0 h 566928"/>
                <a:gd name="connsiteX1" fmla="*/ 128182 w 132276"/>
                <a:gd name="connsiteY1" fmla="*/ 237744 h 566928"/>
                <a:gd name="connsiteX2" fmla="*/ 166 w 132276"/>
                <a:gd name="connsiteY2" fmla="*/ 393192 h 566928"/>
                <a:gd name="connsiteX3" fmla="*/ 100750 w 132276"/>
                <a:gd name="connsiteY3" fmla="*/ 484632 h 566928"/>
                <a:gd name="connsiteX4" fmla="*/ 82462 w 132276"/>
                <a:gd name="connsiteY4" fmla="*/ 566928 h 566928"/>
                <a:gd name="connsiteX5" fmla="*/ 82462 w 132276"/>
                <a:gd name="connsiteY5" fmla="*/ 566928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276" h="566928">
                  <a:moveTo>
                    <a:pt x="119038" y="0"/>
                  </a:moveTo>
                  <a:cubicBezTo>
                    <a:pt x="87796" y="113538"/>
                    <a:pt x="147994" y="172212"/>
                    <a:pt x="128182" y="237744"/>
                  </a:cubicBezTo>
                  <a:cubicBezTo>
                    <a:pt x="108370" y="303276"/>
                    <a:pt x="4738" y="352044"/>
                    <a:pt x="166" y="393192"/>
                  </a:cubicBezTo>
                  <a:cubicBezTo>
                    <a:pt x="-4406" y="434340"/>
                    <a:pt x="87034" y="455676"/>
                    <a:pt x="100750" y="484632"/>
                  </a:cubicBezTo>
                  <a:cubicBezTo>
                    <a:pt x="114466" y="513588"/>
                    <a:pt x="82462" y="566928"/>
                    <a:pt x="82462" y="566928"/>
                  </a:cubicBezTo>
                  <a:lnTo>
                    <a:pt x="82462" y="566928"/>
                  </a:ln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7B15DD97-80E3-749C-F054-D8C778246182}"/>
                </a:ext>
              </a:extLst>
            </p:cNvPr>
            <p:cNvSpPr/>
            <p:nvPr/>
          </p:nvSpPr>
          <p:spPr>
            <a:xfrm rot="5925550" flipH="1">
              <a:off x="2909870" y="2977267"/>
              <a:ext cx="240776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426" h="1024128">
                  <a:moveTo>
                    <a:pt x="256426" y="0"/>
                  </a:moveTo>
                  <a:cubicBezTo>
                    <a:pt x="164986" y="160782"/>
                    <a:pt x="97930" y="166116"/>
                    <a:pt x="82690" y="256032"/>
                  </a:cubicBezTo>
                  <a:cubicBezTo>
                    <a:pt x="67450" y="345948"/>
                    <a:pt x="178702" y="467868"/>
                    <a:pt x="164986" y="539496"/>
                  </a:cubicBezTo>
                  <a:cubicBezTo>
                    <a:pt x="151270" y="611124"/>
                    <a:pt x="8014" y="626364"/>
                    <a:pt x="394" y="685800"/>
                  </a:cubicBezTo>
                  <a:cubicBezTo>
                    <a:pt x="-7226" y="745236"/>
                    <a:pt x="97930" y="868680"/>
                    <a:pt x="119266" y="896112"/>
                  </a:cubicBezTo>
                  <a:cubicBezTo>
                    <a:pt x="140602" y="923544"/>
                    <a:pt x="65926" y="1005840"/>
                    <a:pt x="64402" y="1024128"/>
                  </a:cubicBez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D541FE-457E-9A9A-09E3-D1AF869D1791}"/>
                </a:ext>
              </a:extLst>
            </p:cNvPr>
            <p:cNvSpPr/>
            <p:nvPr/>
          </p:nvSpPr>
          <p:spPr>
            <a:xfrm rot="5912615" flipH="1">
              <a:off x="2960154" y="2659796"/>
              <a:ext cx="241893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615" h="1024128">
                  <a:moveTo>
                    <a:pt x="257615" y="0"/>
                  </a:moveTo>
                  <a:cubicBezTo>
                    <a:pt x="166175" y="160782"/>
                    <a:pt x="114120" y="172243"/>
                    <a:pt x="83879" y="256032"/>
                  </a:cubicBezTo>
                  <a:cubicBezTo>
                    <a:pt x="53638" y="339821"/>
                    <a:pt x="89886" y="431104"/>
                    <a:pt x="76170" y="502732"/>
                  </a:cubicBezTo>
                  <a:cubicBezTo>
                    <a:pt x="62454" y="574360"/>
                    <a:pt x="8672" y="617380"/>
                    <a:pt x="1583" y="685800"/>
                  </a:cubicBezTo>
                  <a:cubicBezTo>
                    <a:pt x="-5506" y="754220"/>
                    <a:pt x="12298" y="885823"/>
                    <a:pt x="33634" y="913255"/>
                  </a:cubicBezTo>
                  <a:cubicBezTo>
                    <a:pt x="54970" y="940687"/>
                    <a:pt x="67115" y="1005840"/>
                    <a:pt x="65591" y="1024128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D3A81D91-C0F4-C94D-E61C-92AD095DE137}"/>
                </a:ext>
              </a:extLst>
            </p:cNvPr>
            <p:cNvSpPr/>
            <p:nvPr/>
          </p:nvSpPr>
          <p:spPr>
            <a:xfrm rot="5925550" flipH="1">
              <a:off x="2908745" y="3241402"/>
              <a:ext cx="185810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195989 w 195989"/>
                <a:gd name="connsiteY0" fmla="*/ 0 h 1024128"/>
                <a:gd name="connsiteX1" fmla="*/ 22253 w 195989"/>
                <a:gd name="connsiteY1" fmla="*/ 256032 h 1024128"/>
                <a:gd name="connsiteX2" fmla="*/ 104549 w 195989"/>
                <a:gd name="connsiteY2" fmla="*/ 539496 h 1024128"/>
                <a:gd name="connsiteX3" fmla="*/ 873 w 195989"/>
                <a:gd name="connsiteY3" fmla="*/ 696214 h 1024128"/>
                <a:gd name="connsiteX4" fmla="*/ 58829 w 195989"/>
                <a:gd name="connsiteY4" fmla="*/ 896112 h 1024128"/>
                <a:gd name="connsiteX5" fmla="*/ 3965 w 195989"/>
                <a:gd name="connsiteY5" fmla="*/ 1024128 h 1024128"/>
                <a:gd name="connsiteX0" fmla="*/ 197887 w 197887"/>
                <a:gd name="connsiteY0" fmla="*/ 0 h 1024128"/>
                <a:gd name="connsiteX1" fmla="*/ 24151 w 197887"/>
                <a:gd name="connsiteY1" fmla="*/ 256032 h 1024128"/>
                <a:gd name="connsiteX2" fmla="*/ 152402 w 197887"/>
                <a:gd name="connsiteY2" fmla="*/ 388215 h 1024128"/>
                <a:gd name="connsiteX3" fmla="*/ 2771 w 197887"/>
                <a:gd name="connsiteY3" fmla="*/ 696214 h 1024128"/>
                <a:gd name="connsiteX4" fmla="*/ 60727 w 197887"/>
                <a:gd name="connsiteY4" fmla="*/ 896112 h 1024128"/>
                <a:gd name="connsiteX5" fmla="*/ 5863 w 197887"/>
                <a:gd name="connsiteY5" fmla="*/ 1024128 h 1024128"/>
                <a:gd name="connsiteX0" fmla="*/ 197887 w 197887"/>
                <a:gd name="connsiteY0" fmla="*/ 0 h 1024128"/>
                <a:gd name="connsiteX1" fmla="*/ 72902 w 197887"/>
                <a:gd name="connsiteY1" fmla="*/ 174421 h 1024128"/>
                <a:gd name="connsiteX2" fmla="*/ 152402 w 197887"/>
                <a:gd name="connsiteY2" fmla="*/ 388215 h 1024128"/>
                <a:gd name="connsiteX3" fmla="*/ 2771 w 197887"/>
                <a:gd name="connsiteY3" fmla="*/ 696214 h 1024128"/>
                <a:gd name="connsiteX4" fmla="*/ 60727 w 197887"/>
                <a:gd name="connsiteY4" fmla="*/ 896112 h 1024128"/>
                <a:gd name="connsiteX5" fmla="*/ 5863 w 197887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7887" h="1024128">
                  <a:moveTo>
                    <a:pt x="197887" y="0"/>
                  </a:moveTo>
                  <a:cubicBezTo>
                    <a:pt x="106447" y="160782"/>
                    <a:pt x="80483" y="109719"/>
                    <a:pt x="72902" y="174421"/>
                  </a:cubicBezTo>
                  <a:cubicBezTo>
                    <a:pt x="65321" y="239124"/>
                    <a:pt x="164090" y="301250"/>
                    <a:pt x="152402" y="388215"/>
                  </a:cubicBezTo>
                  <a:cubicBezTo>
                    <a:pt x="140714" y="475180"/>
                    <a:pt x="18050" y="611565"/>
                    <a:pt x="2771" y="696214"/>
                  </a:cubicBezTo>
                  <a:cubicBezTo>
                    <a:pt x="-12508" y="780864"/>
                    <a:pt x="39391" y="868680"/>
                    <a:pt x="60727" y="896112"/>
                  </a:cubicBezTo>
                  <a:cubicBezTo>
                    <a:pt x="82063" y="923544"/>
                    <a:pt x="7387" y="1005840"/>
                    <a:pt x="5863" y="1024128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A67B605-A78C-957A-83BE-DADBF940EBA0}"/>
                </a:ext>
              </a:extLst>
            </p:cNvPr>
            <p:cNvSpPr/>
            <p:nvPr/>
          </p:nvSpPr>
          <p:spPr>
            <a:xfrm rot="5925550" flipH="1">
              <a:off x="2824989" y="3019708"/>
              <a:ext cx="240776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426" h="1024128">
                  <a:moveTo>
                    <a:pt x="256426" y="0"/>
                  </a:moveTo>
                  <a:cubicBezTo>
                    <a:pt x="164986" y="160782"/>
                    <a:pt x="97930" y="166116"/>
                    <a:pt x="82690" y="256032"/>
                  </a:cubicBezTo>
                  <a:cubicBezTo>
                    <a:pt x="67450" y="345948"/>
                    <a:pt x="178702" y="467868"/>
                    <a:pt x="164986" y="539496"/>
                  </a:cubicBezTo>
                  <a:cubicBezTo>
                    <a:pt x="151270" y="611124"/>
                    <a:pt x="8014" y="626364"/>
                    <a:pt x="394" y="685800"/>
                  </a:cubicBezTo>
                  <a:cubicBezTo>
                    <a:pt x="-7226" y="745236"/>
                    <a:pt x="97930" y="868680"/>
                    <a:pt x="119266" y="896112"/>
                  </a:cubicBezTo>
                  <a:cubicBezTo>
                    <a:pt x="140602" y="923544"/>
                    <a:pt x="65926" y="1005840"/>
                    <a:pt x="64402" y="102412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87402BB-12CC-ED6C-E279-D862222CD138}"/>
                </a:ext>
              </a:extLst>
            </p:cNvPr>
            <p:cNvSpPr/>
            <p:nvPr/>
          </p:nvSpPr>
          <p:spPr>
            <a:xfrm rot="5912615" flipH="1">
              <a:off x="2823189" y="2702237"/>
              <a:ext cx="241893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615" h="1024128">
                  <a:moveTo>
                    <a:pt x="257615" y="0"/>
                  </a:moveTo>
                  <a:cubicBezTo>
                    <a:pt x="166175" y="160782"/>
                    <a:pt x="114120" y="172243"/>
                    <a:pt x="83879" y="256032"/>
                  </a:cubicBezTo>
                  <a:cubicBezTo>
                    <a:pt x="53638" y="339821"/>
                    <a:pt x="89886" y="431104"/>
                    <a:pt x="76170" y="502732"/>
                  </a:cubicBezTo>
                  <a:cubicBezTo>
                    <a:pt x="62454" y="574360"/>
                    <a:pt x="8672" y="617380"/>
                    <a:pt x="1583" y="685800"/>
                  </a:cubicBezTo>
                  <a:cubicBezTo>
                    <a:pt x="-5506" y="754220"/>
                    <a:pt x="12298" y="885823"/>
                    <a:pt x="33634" y="913255"/>
                  </a:cubicBezTo>
                  <a:cubicBezTo>
                    <a:pt x="54970" y="940687"/>
                    <a:pt x="67115" y="1005840"/>
                    <a:pt x="65591" y="1024128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DE380E76-98B6-ABAB-9583-746B5E2BD730}"/>
                </a:ext>
              </a:extLst>
            </p:cNvPr>
            <p:cNvSpPr/>
            <p:nvPr/>
          </p:nvSpPr>
          <p:spPr>
            <a:xfrm rot="5826191" flipH="1">
              <a:off x="2879998" y="3286442"/>
              <a:ext cx="204552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195989 w 195989"/>
                <a:gd name="connsiteY0" fmla="*/ 0 h 1024128"/>
                <a:gd name="connsiteX1" fmla="*/ 22253 w 195989"/>
                <a:gd name="connsiteY1" fmla="*/ 256032 h 1024128"/>
                <a:gd name="connsiteX2" fmla="*/ 104549 w 195989"/>
                <a:gd name="connsiteY2" fmla="*/ 539496 h 1024128"/>
                <a:gd name="connsiteX3" fmla="*/ 873 w 195989"/>
                <a:gd name="connsiteY3" fmla="*/ 696214 h 1024128"/>
                <a:gd name="connsiteX4" fmla="*/ 58829 w 195989"/>
                <a:gd name="connsiteY4" fmla="*/ 896112 h 1024128"/>
                <a:gd name="connsiteX5" fmla="*/ 3965 w 195989"/>
                <a:gd name="connsiteY5" fmla="*/ 1024128 h 1024128"/>
                <a:gd name="connsiteX0" fmla="*/ 197887 w 197887"/>
                <a:gd name="connsiteY0" fmla="*/ 0 h 1024128"/>
                <a:gd name="connsiteX1" fmla="*/ 24151 w 197887"/>
                <a:gd name="connsiteY1" fmla="*/ 256032 h 1024128"/>
                <a:gd name="connsiteX2" fmla="*/ 152402 w 197887"/>
                <a:gd name="connsiteY2" fmla="*/ 388215 h 1024128"/>
                <a:gd name="connsiteX3" fmla="*/ 2771 w 197887"/>
                <a:gd name="connsiteY3" fmla="*/ 696214 h 1024128"/>
                <a:gd name="connsiteX4" fmla="*/ 60727 w 197887"/>
                <a:gd name="connsiteY4" fmla="*/ 896112 h 1024128"/>
                <a:gd name="connsiteX5" fmla="*/ 5863 w 197887"/>
                <a:gd name="connsiteY5" fmla="*/ 1024128 h 1024128"/>
                <a:gd name="connsiteX0" fmla="*/ 197887 w 197887"/>
                <a:gd name="connsiteY0" fmla="*/ 0 h 1024128"/>
                <a:gd name="connsiteX1" fmla="*/ 72902 w 197887"/>
                <a:gd name="connsiteY1" fmla="*/ 174421 h 1024128"/>
                <a:gd name="connsiteX2" fmla="*/ 152402 w 197887"/>
                <a:gd name="connsiteY2" fmla="*/ 388215 h 1024128"/>
                <a:gd name="connsiteX3" fmla="*/ 2771 w 197887"/>
                <a:gd name="connsiteY3" fmla="*/ 696214 h 1024128"/>
                <a:gd name="connsiteX4" fmla="*/ 60727 w 197887"/>
                <a:gd name="connsiteY4" fmla="*/ 896112 h 1024128"/>
                <a:gd name="connsiteX5" fmla="*/ 5863 w 197887"/>
                <a:gd name="connsiteY5" fmla="*/ 1024128 h 1024128"/>
                <a:gd name="connsiteX0" fmla="*/ 206103 w 303250"/>
                <a:gd name="connsiteY0" fmla="*/ 0 h 1024128"/>
                <a:gd name="connsiteX1" fmla="*/ 81118 w 303250"/>
                <a:gd name="connsiteY1" fmla="*/ 174421 h 1024128"/>
                <a:gd name="connsiteX2" fmla="*/ 302796 w 303250"/>
                <a:gd name="connsiteY2" fmla="*/ 338960 h 1024128"/>
                <a:gd name="connsiteX3" fmla="*/ 10987 w 303250"/>
                <a:gd name="connsiteY3" fmla="*/ 696214 h 1024128"/>
                <a:gd name="connsiteX4" fmla="*/ 68943 w 303250"/>
                <a:gd name="connsiteY4" fmla="*/ 896112 h 1024128"/>
                <a:gd name="connsiteX5" fmla="*/ 14079 w 303250"/>
                <a:gd name="connsiteY5" fmla="*/ 1024128 h 1024128"/>
                <a:gd name="connsiteX0" fmla="*/ 201682 w 227125"/>
                <a:gd name="connsiteY0" fmla="*/ 0 h 1024128"/>
                <a:gd name="connsiteX1" fmla="*/ 76697 w 227125"/>
                <a:gd name="connsiteY1" fmla="*/ 174421 h 1024128"/>
                <a:gd name="connsiteX2" fmla="*/ 226505 w 227125"/>
                <a:gd name="connsiteY2" fmla="*/ 315240 h 1024128"/>
                <a:gd name="connsiteX3" fmla="*/ 6566 w 227125"/>
                <a:gd name="connsiteY3" fmla="*/ 696214 h 1024128"/>
                <a:gd name="connsiteX4" fmla="*/ 64522 w 227125"/>
                <a:gd name="connsiteY4" fmla="*/ 896112 h 1024128"/>
                <a:gd name="connsiteX5" fmla="*/ 9658 w 227125"/>
                <a:gd name="connsiteY5" fmla="*/ 1024128 h 1024128"/>
                <a:gd name="connsiteX0" fmla="*/ 201682 w 228516"/>
                <a:gd name="connsiteY0" fmla="*/ 0 h 1024128"/>
                <a:gd name="connsiteX1" fmla="*/ 120255 w 228516"/>
                <a:gd name="connsiteY1" fmla="*/ 118424 h 1024128"/>
                <a:gd name="connsiteX2" fmla="*/ 226505 w 228516"/>
                <a:gd name="connsiteY2" fmla="*/ 315240 h 1024128"/>
                <a:gd name="connsiteX3" fmla="*/ 6566 w 228516"/>
                <a:gd name="connsiteY3" fmla="*/ 696214 h 1024128"/>
                <a:gd name="connsiteX4" fmla="*/ 64522 w 228516"/>
                <a:gd name="connsiteY4" fmla="*/ 896112 h 1024128"/>
                <a:gd name="connsiteX5" fmla="*/ 9658 w 228516"/>
                <a:gd name="connsiteY5" fmla="*/ 1024128 h 1024128"/>
                <a:gd name="connsiteX0" fmla="*/ 192024 w 217094"/>
                <a:gd name="connsiteY0" fmla="*/ 0 h 1024128"/>
                <a:gd name="connsiteX1" fmla="*/ 110597 w 217094"/>
                <a:gd name="connsiteY1" fmla="*/ 118424 h 1024128"/>
                <a:gd name="connsiteX2" fmla="*/ 216847 w 217094"/>
                <a:gd name="connsiteY2" fmla="*/ 315240 h 1024128"/>
                <a:gd name="connsiteX3" fmla="*/ 74056 w 217094"/>
                <a:gd name="connsiteY3" fmla="*/ 507036 h 1024128"/>
                <a:gd name="connsiteX4" fmla="*/ 54864 w 217094"/>
                <a:gd name="connsiteY4" fmla="*/ 896112 h 1024128"/>
                <a:gd name="connsiteX5" fmla="*/ 0 w 217094"/>
                <a:gd name="connsiteY5" fmla="*/ 1024128 h 1024128"/>
                <a:gd name="connsiteX0" fmla="*/ 192024 w 217094"/>
                <a:gd name="connsiteY0" fmla="*/ 0 h 1024128"/>
                <a:gd name="connsiteX1" fmla="*/ 110597 w 217094"/>
                <a:gd name="connsiteY1" fmla="*/ 118424 h 1024128"/>
                <a:gd name="connsiteX2" fmla="*/ 216847 w 217094"/>
                <a:gd name="connsiteY2" fmla="*/ 315240 h 1024128"/>
                <a:gd name="connsiteX3" fmla="*/ 74056 w 217094"/>
                <a:gd name="connsiteY3" fmla="*/ 507036 h 1024128"/>
                <a:gd name="connsiteX4" fmla="*/ 122866 w 217094"/>
                <a:gd name="connsiteY4" fmla="*/ 788365 h 1024128"/>
                <a:gd name="connsiteX5" fmla="*/ 0 w 217094"/>
                <a:gd name="connsiteY5" fmla="*/ 1024128 h 1024128"/>
                <a:gd name="connsiteX0" fmla="*/ 192024 w 217847"/>
                <a:gd name="connsiteY0" fmla="*/ 0 h 1024128"/>
                <a:gd name="connsiteX1" fmla="*/ 110597 w 217847"/>
                <a:gd name="connsiteY1" fmla="*/ 118424 h 1024128"/>
                <a:gd name="connsiteX2" fmla="*/ 216847 w 217847"/>
                <a:gd name="connsiteY2" fmla="*/ 315240 h 1024128"/>
                <a:gd name="connsiteX3" fmla="*/ 33549 w 217847"/>
                <a:gd name="connsiteY3" fmla="*/ 535892 h 1024128"/>
                <a:gd name="connsiteX4" fmla="*/ 122866 w 217847"/>
                <a:gd name="connsiteY4" fmla="*/ 788365 h 1024128"/>
                <a:gd name="connsiteX5" fmla="*/ 0 w 217847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847" h="1024128">
                  <a:moveTo>
                    <a:pt x="192024" y="0"/>
                  </a:moveTo>
                  <a:cubicBezTo>
                    <a:pt x="100584" y="160782"/>
                    <a:pt x="106460" y="65884"/>
                    <a:pt x="110597" y="118424"/>
                  </a:cubicBezTo>
                  <a:cubicBezTo>
                    <a:pt x="114734" y="170964"/>
                    <a:pt x="229688" y="245662"/>
                    <a:pt x="216847" y="315240"/>
                  </a:cubicBezTo>
                  <a:cubicBezTo>
                    <a:pt x="204006" y="384818"/>
                    <a:pt x="49212" y="457038"/>
                    <a:pt x="33549" y="535892"/>
                  </a:cubicBezTo>
                  <a:cubicBezTo>
                    <a:pt x="17886" y="614746"/>
                    <a:pt x="101530" y="760933"/>
                    <a:pt x="122866" y="788365"/>
                  </a:cubicBezTo>
                  <a:cubicBezTo>
                    <a:pt x="144202" y="815797"/>
                    <a:pt x="1524" y="1005840"/>
                    <a:pt x="0" y="1024128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3427102-2EF2-7383-D60C-38C730A13878}"/>
                </a:ext>
              </a:extLst>
            </p:cNvPr>
            <p:cNvSpPr/>
            <p:nvPr/>
          </p:nvSpPr>
          <p:spPr>
            <a:xfrm>
              <a:off x="8000977" y="1700784"/>
              <a:ext cx="84047" cy="274613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047" h="274613">
                  <a:moveTo>
                    <a:pt x="82319" y="0"/>
                  </a:moveTo>
                  <a:cubicBezTo>
                    <a:pt x="41933" y="56388"/>
                    <a:pt x="1547" y="112776"/>
                    <a:pt x="23" y="155448"/>
                  </a:cubicBezTo>
                  <a:cubicBezTo>
                    <a:pt x="-1501" y="198120"/>
                    <a:pt x="73175" y="256032"/>
                    <a:pt x="73175" y="256032"/>
                  </a:cubicBezTo>
                  <a:cubicBezTo>
                    <a:pt x="86891" y="275844"/>
                    <a:pt x="84605" y="275082"/>
                    <a:pt x="82319" y="274320"/>
                  </a:cubicBez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1FD3805-6ED3-8DB3-D6B0-91E59A1B3AED}"/>
                </a:ext>
              </a:extLst>
            </p:cNvPr>
            <p:cNvSpPr/>
            <p:nvPr/>
          </p:nvSpPr>
          <p:spPr>
            <a:xfrm>
              <a:off x="7239013" y="1524000"/>
              <a:ext cx="131258" cy="699637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32" h="281814">
                  <a:moveTo>
                    <a:pt x="76820" y="0"/>
                  </a:moveTo>
                  <a:cubicBezTo>
                    <a:pt x="36434" y="56388"/>
                    <a:pt x="-300" y="97429"/>
                    <a:pt x="2" y="144398"/>
                  </a:cubicBezTo>
                  <a:cubicBezTo>
                    <a:pt x="304" y="191367"/>
                    <a:pt x="78632" y="281814"/>
                    <a:pt x="78632" y="281814"/>
                  </a:cubicBez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ECD893E-B700-BA5E-8FD5-31DE8B21868F}"/>
                </a:ext>
              </a:extLst>
            </p:cNvPr>
            <p:cNvSpPr/>
            <p:nvPr/>
          </p:nvSpPr>
          <p:spPr>
            <a:xfrm>
              <a:off x="7640965" y="1640792"/>
              <a:ext cx="128793" cy="483625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32" h="281814">
                  <a:moveTo>
                    <a:pt x="76820" y="0"/>
                  </a:moveTo>
                  <a:cubicBezTo>
                    <a:pt x="36434" y="56388"/>
                    <a:pt x="-300" y="97429"/>
                    <a:pt x="2" y="144398"/>
                  </a:cubicBezTo>
                  <a:cubicBezTo>
                    <a:pt x="304" y="191367"/>
                    <a:pt x="78632" y="281814"/>
                    <a:pt x="78632" y="281814"/>
                  </a:cubicBezTo>
                </a:path>
              </a:pathLst>
            </a:cu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9C4C226-2FD9-0D1D-1CA2-39D132F37819}"/>
                </a:ext>
              </a:extLst>
            </p:cNvPr>
            <p:cNvSpPr/>
            <p:nvPr/>
          </p:nvSpPr>
          <p:spPr>
            <a:xfrm>
              <a:off x="8007073" y="1514856"/>
              <a:ext cx="84047" cy="274613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047" h="274613">
                  <a:moveTo>
                    <a:pt x="82319" y="0"/>
                  </a:moveTo>
                  <a:cubicBezTo>
                    <a:pt x="41933" y="56388"/>
                    <a:pt x="1547" y="112776"/>
                    <a:pt x="23" y="155448"/>
                  </a:cubicBezTo>
                  <a:cubicBezTo>
                    <a:pt x="-1501" y="198120"/>
                    <a:pt x="73175" y="256032"/>
                    <a:pt x="73175" y="256032"/>
                  </a:cubicBezTo>
                  <a:cubicBezTo>
                    <a:pt x="86891" y="275844"/>
                    <a:pt x="84605" y="275082"/>
                    <a:pt x="82319" y="27432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6A07679-291D-B5E9-BAF9-965B8C36915A}"/>
                </a:ext>
              </a:extLst>
            </p:cNvPr>
            <p:cNvSpPr/>
            <p:nvPr/>
          </p:nvSpPr>
          <p:spPr>
            <a:xfrm>
              <a:off x="7245109" y="1338072"/>
              <a:ext cx="131258" cy="699637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32" h="281814">
                  <a:moveTo>
                    <a:pt x="76820" y="0"/>
                  </a:moveTo>
                  <a:cubicBezTo>
                    <a:pt x="36434" y="56388"/>
                    <a:pt x="-300" y="97429"/>
                    <a:pt x="2" y="144398"/>
                  </a:cubicBezTo>
                  <a:cubicBezTo>
                    <a:pt x="304" y="191367"/>
                    <a:pt x="78632" y="281814"/>
                    <a:pt x="78632" y="281814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A9B010C-3CCD-480D-36F2-A9A9E5A9EA77}"/>
                </a:ext>
              </a:extLst>
            </p:cNvPr>
            <p:cNvSpPr/>
            <p:nvPr/>
          </p:nvSpPr>
          <p:spPr>
            <a:xfrm>
              <a:off x="7647061" y="1454864"/>
              <a:ext cx="128793" cy="483625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32" h="281814">
                  <a:moveTo>
                    <a:pt x="76820" y="0"/>
                  </a:moveTo>
                  <a:cubicBezTo>
                    <a:pt x="36434" y="56388"/>
                    <a:pt x="-300" y="97429"/>
                    <a:pt x="2" y="144398"/>
                  </a:cubicBezTo>
                  <a:cubicBezTo>
                    <a:pt x="304" y="191367"/>
                    <a:pt x="78632" y="281814"/>
                    <a:pt x="78632" y="281814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BFAFDD58-8802-BF19-5DF8-DCDEDCA1C5D3}"/>
                </a:ext>
              </a:extLst>
            </p:cNvPr>
            <p:cNvGrpSpPr/>
            <p:nvPr/>
          </p:nvGrpSpPr>
          <p:grpSpPr>
            <a:xfrm flipH="1">
              <a:off x="8799589" y="1511808"/>
              <a:ext cx="846011" cy="699637"/>
              <a:chOff x="7391413" y="1676400"/>
              <a:chExt cx="846011" cy="699637"/>
            </a:xfrm>
          </p:grpSpPr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5DD3C1F5-61B7-739C-7D8C-E33BDA4ECFA8}"/>
                  </a:ext>
                </a:extLst>
              </p:cNvPr>
              <p:cNvSpPr/>
              <p:nvPr/>
            </p:nvSpPr>
            <p:spPr>
              <a:xfrm>
                <a:off x="8153377" y="1853184"/>
                <a:ext cx="84047" cy="274613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047" h="274613">
                    <a:moveTo>
                      <a:pt x="82319" y="0"/>
                    </a:moveTo>
                    <a:cubicBezTo>
                      <a:pt x="41933" y="56388"/>
                      <a:pt x="1547" y="112776"/>
                      <a:pt x="23" y="155448"/>
                    </a:cubicBezTo>
                    <a:cubicBezTo>
                      <a:pt x="-1501" y="198120"/>
                      <a:pt x="73175" y="256032"/>
                      <a:pt x="73175" y="256032"/>
                    </a:cubicBezTo>
                    <a:cubicBezTo>
                      <a:pt x="86891" y="275844"/>
                      <a:pt x="84605" y="275082"/>
                      <a:pt x="82319" y="274320"/>
                    </a:cubicBezTo>
                  </a:path>
                </a:pathLst>
              </a:cu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5E16CD7C-D0D9-F94D-4B20-DB80AD16561D}"/>
                  </a:ext>
                </a:extLst>
              </p:cNvPr>
              <p:cNvSpPr/>
              <p:nvPr/>
            </p:nvSpPr>
            <p:spPr>
              <a:xfrm>
                <a:off x="7391413" y="1676400"/>
                <a:ext cx="131258" cy="699637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632" h="281814">
                    <a:moveTo>
                      <a:pt x="76820" y="0"/>
                    </a:moveTo>
                    <a:cubicBezTo>
                      <a:pt x="36434" y="56388"/>
                      <a:pt x="-300" y="97429"/>
                      <a:pt x="2" y="144398"/>
                    </a:cubicBezTo>
                    <a:cubicBezTo>
                      <a:pt x="304" y="191367"/>
                      <a:pt x="78632" y="281814"/>
                      <a:pt x="78632" y="281814"/>
                    </a:cubicBezTo>
                  </a:path>
                </a:pathLst>
              </a:cu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1B79B0B5-17BC-DF01-480C-26B687DB4C7D}"/>
                  </a:ext>
                </a:extLst>
              </p:cNvPr>
              <p:cNvSpPr/>
              <p:nvPr/>
            </p:nvSpPr>
            <p:spPr>
              <a:xfrm>
                <a:off x="7793365" y="1793192"/>
                <a:ext cx="128793" cy="483625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632" h="281814">
                    <a:moveTo>
                      <a:pt x="76820" y="0"/>
                    </a:moveTo>
                    <a:cubicBezTo>
                      <a:pt x="36434" y="56388"/>
                      <a:pt x="-300" y="97429"/>
                      <a:pt x="2" y="144398"/>
                    </a:cubicBezTo>
                    <a:cubicBezTo>
                      <a:pt x="304" y="191367"/>
                      <a:pt x="78632" y="281814"/>
                      <a:pt x="78632" y="281814"/>
                    </a:cubicBezTo>
                  </a:path>
                </a:pathLst>
              </a:custGeom>
              <a:noFill/>
              <a:ln>
                <a:solidFill>
                  <a:srgbClr val="0000FF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B2CBD69A-4165-758B-AC5A-D4569012F534}"/>
                </a:ext>
              </a:extLst>
            </p:cNvPr>
            <p:cNvGrpSpPr/>
            <p:nvPr/>
          </p:nvGrpSpPr>
          <p:grpSpPr>
            <a:xfrm flipH="1">
              <a:off x="8741677" y="1371600"/>
              <a:ext cx="846011" cy="699637"/>
              <a:chOff x="7391413" y="1676400"/>
              <a:chExt cx="846011" cy="699637"/>
            </a:xfrm>
          </p:grpSpPr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92A99029-16E9-6455-25AF-395596B9AA8A}"/>
                  </a:ext>
                </a:extLst>
              </p:cNvPr>
              <p:cNvSpPr/>
              <p:nvPr/>
            </p:nvSpPr>
            <p:spPr>
              <a:xfrm>
                <a:off x="8153377" y="1853184"/>
                <a:ext cx="84047" cy="274613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047" h="274613">
                    <a:moveTo>
                      <a:pt x="82319" y="0"/>
                    </a:moveTo>
                    <a:cubicBezTo>
                      <a:pt x="41933" y="56388"/>
                      <a:pt x="1547" y="112776"/>
                      <a:pt x="23" y="155448"/>
                    </a:cubicBezTo>
                    <a:cubicBezTo>
                      <a:pt x="-1501" y="198120"/>
                      <a:pt x="73175" y="256032"/>
                      <a:pt x="73175" y="256032"/>
                    </a:cubicBezTo>
                    <a:cubicBezTo>
                      <a:pt x="86891" y="275844"/>
                      <a:pt x="84605" y="275082"/>
                      <a:pt x="82319" y="27432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19854EFA-2D7F-530F-BFFF-A17BCE2C3978}"/>
                  </a:ext>
                </a:extLst>
              </p:cNvPr>
              <p:cNvSpPr/>
              <p:nvPr/>
            </p:nvSpPr>
            <p:spPr>
              <a:xfrm>
                <a:off x="7391413" y="1676400"/>
                <a:ext cx="131258" cy="699637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632" h="281814">
                    <a:moveTo>
                      <a:pt x="76820" y="0"/>
                    </a:moveTo>
                    <a:cubicBezTo>
                      <a:pt x="36434" y="56388"/>
                      <a:pt x="-300" y="97429"/>
                      <a:pt x="2" y="144398"/>
                    </a:cubicBezTo>
                    <a:cubicBezTo>
                      <a:pt x="304" y="191367"/>
                      <a:pt x="78632" y="281814"/>
                      <a:pt x="78632" y="281814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A4C690B8-1D23-4337-0B0F-8237457B297E}"/>
                  </a:ext>
                </a:extLst>
              </p:cNvPr>
              <p:cNvSpPr/>
              <p:nvPr/>
            </p:nvSpPr>
            <p:spPr>
              <a:xfrm>
                <a:off x="7793365" y="1793192"/>
                <a:ext cx="128793" cy="483625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632" h="281814">
                    <a:moveTo>
                      <a:pt x="76820" y="0"/>
                    </a:moveTo>
                    <a:cubicBezTo>
                      <a:pt x="36434" y="56388"/>
                      <a:pt x="-300" y="97429"/>
                      <a:pt x="2" y="144398"/>
                    </a:cubicBezTo>
                    <a:cubicBezTo>
                      <a:pt x="304" y="191367"/>
                      <a:pt x="78632" y="281814"/>
                      <a:pt x="78632" y="281814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B9CC6569-1A02-61BA-5F31-8E54309AF084}"/>
                </a:ext>
              </a:extLst>
            </p:cNvPr>
            <p:cNvSpPr txBox="1"/>
            <p:nvPr/>
          </p:nvSpPr>
          <p:spPr>
            <a:xfrm>
              <a:off x="809791" y="202631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 laser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D2D0E8C-FF59-B071-1873-8FB149DB7A2B}"/>
                </a:ext>
              </a:extLst>
            </p:cNvPr>
            <p:cNvSpPr txBox="1"/>
            <p:nvPr/>
          </p:nvSpPr>
          <p:spPr>
            <a:xfrm rot="19036530">
              <a:off x="1901919" y="1325026"/>
              <a:ext cx="17172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Dichroic filter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1869806-DE9D-7413-C377-B67D883E4839}"/>
              </a:ext>
            </a:extLst>
          </p:cNvPr>
          <p:cNvSpPr/>
          <p:nvPr/>
        </p:nvSpPr>
        <p:spPr>
          <a:xfrm>
            <a:off x="69802" y="275144"/>
            <a:ext cx="371271" cy="97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8D9A9-558F-242D-8795-E53DC0F2B5DF}"/>
              </a:ext>
            </a:extLst>
          </p:cNvPr>
          <p:cNvSpPr/>
          <p:nvPr/>
        </p:nvSpPr>
        <p:spPr>
          <a:xfrm rot="5400000">
            <a:off x="9888716" y="1890369"/>
            <a:ext cx="371271" cy="9738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-up of a microscope&#10;&#10;AI-generated content may be incorrect.">
            <a:extLst>
              <a:ext uri="{FF2B5EF4-FFF2-40B4-BE49-F238E27FC236}">
                <a16:creationId xmlns:a16="http://schemas.microsoft.com/office/drawing/2014/main" id="{39197397-22EE-1315-EBB0-0E2064E98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96" t="59173" r="21950" b="-268"/>
          <a:stretch>
            <a:fillRect/>
          </a:stretch>
        </p:blipFill>
        <p:spPr>
          <a:xfrm rot="16200000">
            <a:off x="2918197" y="3245555"/>
            <a:ext cx="1305101" cy="1462744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pic>
        <p:nvPicPr>
          <p:cNvPr id="9" name="Picture 8" descr="A close-up of a microscope&#10;&#10;AI-generated content may be incorrect.">
            <a:extLst>
              <a:ext uri="{FF2B5EF4-FFF2-40B4-BE49-F238E27FC236}">
                <a16:creationId xmlns:a16="http://schemas.microsoft.com/office/drawing/2014/main" id="{80B6BE3E-F583-B6A8-E5A1-46FA108A3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4" t="56580" r="22341" b="2327"/>
          <a:stretch>
            <a:fillRect/>
          </a:stretch>
        </p:blipFill>
        <p:spPr>
          <a:xfrm rot="16200000">
            <a:off x="2918198" y="1803416"/>
            <a:ext cx="1305098" cy="146274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515047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2466</TotalTime>
  <Words>16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5</cp:revision>
  <dcterms:created xsi:type="dcterms:W3CDTF">2025-11-11T23:37:56Z</dcterms:created>
  <dcterms:modified xsi:type="dcterms:W3CDTF">2025-11-13T23:37:34Z</dcterms:modified>
</cp:coreProperties>
</file>