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1155363" cy="6308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00000"/>
    <a:srgbClr val="0000FF"/>
    <a:srgbClr val="996600"/>
    <a:srgbClr val="009900"/>
    <a:srgbClr val="FF0000"/>
    <a:srgbClr val="9966FF"/>
    <a:srgbClr val="D86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9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4421" y="1032470"/>
            <a:ext cx="8366522" cy="2196371"/>
          </a:xfrm>
        </p:spPr>
        <p:txBody>
          <a:bodyPr anchor="b"/>
          <a:lstStyle>
            <a:lvl1pPr algn="ctr">
              <a:defRPr sz="54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4421" y="3313541"/>
            <a:ext cx="8366522" cy="1523148"/>
          </a:xfrm>
        </p:spPr>
        <p:txBody>
          <a:bodyPr/>
          <a:lstStyle>
            <a:lvl1pPr marL="0" indent="0" algn="ctr">
              <a:buNone/>
              <a:defRPr sz="2196"/>
            </a:lvl1pPr>
            <a:lvl2pPr marL="418338" indent="0" algn="ctr">
              <a:buNone/>
              <a:defRPr sz="1830"/>
            </a:lvl2pPr>
            <a:lvl3pPr marL="836676" indent="0" algn="ctr">
              <a:buNone/>
              <a:defRPr sz="1647"/>
            </a:lvl3pPr>
            <a:lvl4pPr marL="1255014" indent="0" algn="ctr">
              <a:buNone/>
              <a:defRPr sz="1464"/>
            </a:lvl4pPr>
            <a:lvl5pPr marL="1673352" indent="0" algn="ctr">
              <a:buNone/>
              <a:defRPr sz="1464"/>
            </a:lvl5pPr>
            <a:lvl6pPr marL="2091690" indent="0" algn="ctr">
              <a:buNone/>
              <a:defRPr sz="1464"/>
            </a:lvl6pPr>
            <a:lvl7pPr marL="2510028" indent="0" algn="ctr">
              <a:buNone/>
              <a:defRPr sz="1464"/>
            </a:lvl7pPr>
            <a:lvl8pPr marL="2928366" indent="0" algn="ctr">
              <a:buNone/>
              <a:defRPr sz="1464"/>
            </a:lvl8pPr>
            <a:lvl9pPr marL="3346704" indent="0" algn="ctr">
              <a:buNone/>
              <a:defRPr sz="14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1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62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121" y="1572801"/>
            <a:ext cx="9621501" cy="2624254"/>
          </a:xfrm>
        </p:spPr>
        <p:txBody>
          <a:bodyPr anchor="b"/>
          <a:lstStyle>
            <a:lvl1pPr>
              <a:defRPr sz="54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121" y="4221882"/>
            <a:ext cx="9621501" cy="1380033"/>
          </a:xfrm>
        </p:spPr>
        <p:txBody>
          <a:bodyPr/>
          <a:lstStyle>
            <a:lvl1pPr marL="0" indent="0">
              <a:buNone/>
              <a:defRPr sz="2196">
                <a:solidFill>
                  <a:schemeClr val="tx1">
                    <a:tint val="82000"/>
                  </a:schemeClr>
                </a:solidFill>
              </a:defRPr>
            </a:lvl1pPr>
            <a:lvl2pPr marL="418338" indent="0">
              <a:buNone/>
              <a:defRPr sz="1830">
                <a:solidFill>
                  <a:schemeClr val="tx1">
                    <a:tint val="82000"/>
                  </a:schemeClr>
                </a:solidFill>
              </a:defRPr>
            </a:lvl2pPr>
            <a:lvl3pPr marL="836676" indent="0">
              <a:buNone/>
              <a:defRPr sz="1647">
                <a:solidFill>
                  <a:schemeClr val="tx1">
                    <a:tint val="82000"/>
                  </a:schemeClr>
                </a:solidFill>
              </a:defRPr>
            </a:lvl3pPr>
            <a:lvl4pPr marL="1255014" indent="0">
              <a:buNone/>
              <a:defRPr sz="1464">
                <a:solidFill>
                  <a:schemeClr val="tx1">
                    <a:tint val="82000"/>
                  </a:schemeClr>
                </a:solidFill>
              </a:defRPr>
            </a:lvl4pPr>
            <a:lvl5pPr marL="1673352" indent="0">
              <a:buNone/>
              <a:defRPr sz="1464">
                <a:solidFill>
                  <a:schemeClr val="tx1">
                    <a:tint val="82000"/>
                  </a:schemeClr>
                </a:solidFill>
              </a:defRPr>
            </a:lvl5pPr>
            <a:lvl6pPr marL="2091690" indent="0">
              <a:buNone/>
              <a:defRPr sz="1464">
                <a:solidFill>
                  <a:schemeClr val="tx1">
                    <a:tint val="82000"/>
                  </a:schemeClr>
                </a:solidFill>
              </a:defRPr>
            </a:lvl6pPr>
            <a:lvl7pPr marL="2510028" indent="0">
              <a:buNone/>
              <a:defRPr sz="1464">
                <a:solidFill>
                  <a:schemeClr val="tx1">
                    <a:tint val="82000"/>
                  </a:schemeClr>
                </a:solidFill>
              </a:defRPr>
            </a:lvl7pPr>
            <a:lvl8pPr marL="2928366" indent="0">
              <a:buNone/>
              <a:defRPr sz="1464">
                <a:solidFill>
                  <a:schemeClr val="tx1">
                    <a:tint val="82000"/>
                  </a:schemeClr>
                </a:solidFill>
              </a:defRPr>
            </a:lvl8pPr>
            <a:lvl9pPr marL="3346704" indent="0">
              <a:buNone/>
              <a:defRPr sz="14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1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6931" y="1679406"/>
            <a:ext cx="4741029" cy="4002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7403" y="1679406"/>
            <a:ext cx="4741029" cy="4002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61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84" y="335882"/>
            <a:ext cx="9621501" cy="12193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85" y="1546514"/>
            <a:ext cx="4719241" cy="757923"/>
          </a:xfrm>
        </p:spPr>
        <p:txBody>
          <a:bodyPr anchor="b"/>
          <a:lstStyle>
            <a:lvl1pPr marL="0" indent="0">
              <a:buNone/>
              <a:defRPr sz="2196" b="1"/>
            </a:lvl1pPr>
            <a:lvl2pPr marL="418338" indent="0">
              <a:buNone/>
              <a:defRPr sz="1830" b="1"/>
            </a:lvl2pPr>
            <a:lvl3pPr marL="836676" indent="0">
              <a:buNone/>
              <a:defRPr sz="1647" b="1"/>
            </a:lvl3pPr>
            <a:lvl4pPr marL="1255014" indent="0">
              <a:buNone/>
              <a:defRPr sz="1464" b="1"/>
            </a:lvl4pPr>
            <a:lvl5pPr marL="1673352" indent="0">
              <a:buNone/>
              <a:defRPr sz="1464" b="1"/>
            </a:lvl5pPr>
            <a:lvl6pPr marL="2091690" indent="0">
              <a:buNone/>
              <a:defRPr sz="1464" b="1"/>
            </a:lvl6pPr>
            <a:lvl7pPr marL="2510028" indent="0">
              <a:buNone/>
              <a:defRPr sz="1464" b="1"/>
            </a:lvl7pPr>
            <a:lvl8pPr marL="2928366" indent="0">
              <a:buNone/>
              <a:defRPr sz="1464" b="1"/>
            </a:lvl8pPr>
            <a:lvl9pPr marL="3346704" indent="0">
              <a:buNone/>
              <a:defRPr sz="14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385" y="2304437"/>
            <a:ext cx="4719241" cy="3389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7403" y="1546514"/>
            <a:ext cx="4742482" cy="757923"/>
          </a:xfrm>
        </p:spPr>
        <p:txBody>
          <a:bodyPr anchor="b"/>
          <a:lstStyle>
            <a:lvl1pPr marL="0" indent="0">
              <a:buNone/>
              <a:defRPr sz="2196" b="1"/>
            </a:lvl1pPr>
            <a:lvl2pPr marL="418338" indent="0">
              <a:buNone/>
              <a:defRPr sz="1830" b="1"/>
            </a:lvl2pPr>
            <a:lvl3pPr marL="836676" indent="0">
              <a:buNone/>
              <a:defRPr sz="1647" b="1"/>
            </a:lvl3pPr>
            <a:lvl4pPr marL="1255014" indent="0">
              <a:buNone/>
              <a:defRPr sz="1464" b="1"/>
            </a:lvl4pPr>
            <a:lvl5pPr marL="1673352" indent="0">
              <a:buNone/>
              <a:defRPr sz="1464" b="1"/>
            </a:lvl5pPr>
            <a:lvl6pPr marL="2091690" indent="0">
              <a:buNone/>
              <a:defRPr sz="1464" b="1"/>
            </a:lvl6pPr>
            <a:lvl7pPr marL="2510028" indent="0">
              <a:buNone/>
              <a:defRPr sz="1464" b="1"/>
            </a:lvl7pPr>
            <a:lvl8pPr marL="2928366" indent="0">
              <a:buNone/>
              <a:defRPr sz="1464" b="1"/>
            </a:lvl8pPr>
            <a:lvl9pPr marL="3346704" indent="0">
              <a:buNone/>
              <a:defRPr sz="14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7403" y="2304437"/>
            <a:ext cx="4742482" cy="3389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23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2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70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84" y="420582"/>
            <a:ext cx="3597895" cy="1472036"/>
          </a:xfrm>
        </p:spPr>
        <p:txBody>
          <a:bodyPr anchor="b"/>
          <a:lstStyle>
            <a:lvl1pPr>
              <a:defRPr sz="29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482" y="908340"/>
            <a:ext cx="5647403" cy="4483284"/>
          </a:xfrm>
        </p:spPr>
        <p:txBody>
          <a:bodyPr/>
          <a:lstStyle>
            <a:lvl1pPr>
              <a:defRPr sz="2928"/>
            </a:lvl1pPr>
            <a:lvl2pPr>
              <a:defRPr sz="2562"/>
            </a:lvl2pPr>
            <a:lvl3pPr>
              <a:defRPr sz="2196"/>
            </a:lvl3pPr>
            <a:lvl4pPr>
              <a:defRPr sz="1830"/>
            </a:lvl4pPr>
            <a:lvl5pPr>
              <a:defRPr sz="1830"/>
            </a:lvl5pPr>
            <a:lvl6pPr>
              <a:defRPr sz="1830"/>
            </a:lvl6pPr>
            <a:lvl7pPr>
              <a:defRPr sz="1830"/>
            </a:lvl7pPr>
            <a:lvl8pPr>
              <a:defRPr sz="1830"/>
            </a:lvl8pPr>
            <a:lvl9pPr>
              <a:defRPr sz="18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84" y="1892618"/>
            <a:ext cx="3597895" cy="3506308"/>
          </a:xfrm>
        </p:spPr>
        <p:txBody>
          <a:bodyPr/>
          <a:lstStyle>
            <a:lvl1pPr marL="0" indent="0">
              <a:buNone/>
              <a:defRPr sz="1464"/>
            </a:lvl1pPr>
            <a:lvl2pPr marL="418338" indent="0">
              <a:buNone/>
              <a:defRPr sz="1281"/>
            </a:lvl2pPr>
            <a:lvl3pPr marL="836676" indent="0">
              <a:buNone/>
              <a:defRPr sz="1098"/>
            </a:lvl3pPr>
            <a:lvl4pPr marL="1255014" indent="0">
              <a:buNone/>
              <a:defRPr sz="915"/>
            </a:lvl4pPr>
            <a:lvl5pPr marL="1673352" indent="0">
              <a:buNone/>
              <a:defRPr sz="915"/>
            </a:lvl5pPr>
            <a:lvl6pPr marL="2091690" indent="0">
              <a:buNone/>
              <a:defRPr sz="915"/>
            </a:lvl6pPr>
            <a:lvl7pPr marL="2510028" indent="0">
              <a:buNone/>
              <a:defRPr sz="915"/>
            </a:lvl7pPr>
            <a:lvl8pPr marL="2928366" indent="0">
              <a:buNone/>
              <a:defRPr sz="915"/>
            </a:lvl8pPr>
            <a:lvl9pPr marL="3346704" indent="0">
              <a:buNone/>
              <a:defRPr sz="9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31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84" y="420582"/>
            <a:ext cx="3597895" cy="1472036"/>
          </a:xfrm>
        </p:spPr>
        <p:txBody>
          <a:bodyPr anchor="b"/>
          <a:lstStyle>
            <a:lvl1pPr>
              <a:defRPr sz="29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42482" y="908340"/>
            <a:ext cx="5647403" cy="4483284"/>
          </a:xfrm>
        </p:spPr>
        <p:txBody>
          <a:bodyPr anchor="t"/>
          <a:lstStyle>
            <a:lvl1pPr marL="0" indent="0">
              <a:buNone/>
              <a:defRPr sz="2928"/>
            </a:lvl1pPr>
            <a:lvl2pPr marL="418338" indent="0">
              <a:buNone/>
              <a:defRPr sz="2562"/>
            </a:lvl2pPr>
            <a:lvl3pPr marL="836676" indent="0">
              <a:buNone/>
              <a:defRPr sz="2196"/>
            </a:lvl3pPr>
            <a:lvl4pPr marL="1255014" indent="0">
              <a:buNone/>
              <a:defRPr sz="1830"/>
            </a:lvl4pPr>
            <a:lvl5pPr marL="1673352" indent="0">
              <a:buNone/>
              <a:defRPr sz="1830"/>
            </a:lvl5pPr>
            <a:lvl6pPr marL="2091690" indent="0">
              <a:buNone/>
              <a:defRPr sz="1830"/>
            </a:lvl6pPr>
            <a:lvl7pPr marL="2510028" indent="0">
              <a:buNone/>
              <a:defRPr sz="1830"/>
            </a:lvl7pPr>
            <a:lvl8pPr marL="2928366" indent="0">
              <a:buNone/>
              <a:defRPr sz="1830"/>
            </a:lvl8pPr>
            <a:lvl9pPr marL="3346704" indent="0">
              <a:buNone/>
              <a:defRPr sz="183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84" y="1892618"/>
            <a:ext cx="3597895" cy="3506308"/>
          </a:xfrm>
        </p:spPr>
        <p:txBody>
          <a:bodyPr/>
          <a:lstStyle>
            <a:lvl1pPr marL="0" indent="0">
              <a:buNone/>
              <a:defRPr sz="1464"/>
            </a:lvl1pPr>
            <a:lvl2pPr marL="418338" indent="0">
              <a:buNone/>
              <a:defRPr sz="1281"/>
            </a:lvl2pPr>
            <a:lvl3pPr marL="836676" indent="0">
              <a:buNone/>
              <a:defRPr sz="1098"/>
            </a:lvl3pPr>
            <a:lvl4pPr marL="1255014" indent="0">
              <a:buNone/>
              <a:defRPr sz="915"/>
            </a:lvl4pPr>
            <a:lvl5pPr marL="1673352" indent="0">
              <a:buNone/>
              <a:defRPr sz="915"/>
            </a:lvl5pPr>
            <a:lvl6pPr marL="2091690" indent="0">
              <a:buNone/>
              <a:defRPr sz="915"/>
            </a:lvl6pPr>
            <a:lvl7pPr marL="2510028" indent="0">
              <a:buNone/>
              <a:defRPr sz="915"/>
            </a:lvl7pPr>
            <a:lvl8pPr marL="2928366" indent="0">
              <a:buNone/>
              <a:defRPr sz="915"/>
            </a:lvl8pPr>
            <a:lvl9pPr marL="3346704" indent="0">
              <a:buNone/>
              <a:defRPr sz="9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60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3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3057" y="335881"/>
            <a:ext cx="2405375" cy="53463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6931" y="335881"/>
            <a:ext cx="7076683" cy="53463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11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6931" y="335882"/>
            <a:ext cx="9621501" cy="1219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931" y="1679406"/>
            <a:ext cx="9621501" cy="4002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6931" y="5847254"/>
            <a:ext cx="2509957" cy="3358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1F076-E2AF-478E-AC00-4EBFD33DEBD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5214" y="5847254"/>
            <a:ext cx="3764935" cy="3358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78475" y="5847254"/>
            <a:ext cx="2509957" cy="3358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8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36676" rtl="0" eaLnBrk="1" latinLnBrk="0" hangingPunct="1">
        <a:lnSpc>
          <a:spcPct val="90000"/>
        </a:lnSpc>
        <a:spcBef>
          <a:spcPct val="0"/>
        </a:spcBef>
        <a:buNone/>
        <a:defRPr sz="40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9169" indent="-209169" algn="l" defTabSz="836676" rtl="0" eaLnBrk="1" latinLnBrk="0" hangingPunct="1">
        <a:lnSpc>
          <a:spcPct val="90000"/>
        </a:lnSpc>
        <a:spcBef>
          <a:spcPts val="915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1pPr>
      <a:lvl2pPr marL="627507" indent="-209169" algn="l" defTabSz="836676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2196" kern="1200">
          <a:solidFill>
            <a:schemeClr val="tx1"/>
          </a:solidFill>
          <a:latin typeface="+mn-lt"/>
          <a:ea typeface="+mn-ea"/>
          <a:cs typeface="+mn-cs"/>
        </a:defRPr>
      </a:lvl2pPr>
      <a:lvl3pPr marL="1045845" indent="-209169" algn="l" defTabSz="836676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830" kern="1200">
          <a:solidFill>
            <a:schemeClr val="tx1"/>
          </a:solidFill>
          <a:latin typeface="+mn-lt"/>
          <a:ea typeface="+mn-ea"/>
          <a:cs typeface="+mn-cs"/>
        </a:defRPr>
      </a:lvl3pPr>
      <a:lvl4pPr marL="1464183" indent="-209169" algn="l" defTabSz="836676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4pPr>
      <a:lvl5pPr marL="1882521" indent="-209169" algn="l" defTabSz="836676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5pPr>
      <a:lvl6pPr marL="2300859" indent="-209169" algn="l" defTabSz="836676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6pPr>
      <a:lvl7pPr marL="2719197" indent="-209169" algn="l" defTabSz="836676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7pPr>
      <a:lvl8pPr marL="3137535" indent="-209169" algn="l" defTabSz="836676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8pPr>
      <a:lvl9pPr marL="3555873" indent="-209169" algn="l" defTabSz="836676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6676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1pPr>
      <a:lvl2pPr marL="418338" algn="l" defTabSz="836676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2pPr>
      <a:lvl3pPr marL="836676" algn="l" defTabSz="836676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3pPr>
      <a:lvl4pPr marL="1255014" algn="l" defTabSz="836676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4pPr>
      <a:lvl5pPr marL="1673352" algn="l" defTabSz="836676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5pPr>
      <a:lvl6pPr marL="2091690" algn="l" defTabSz="836676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6pPr>
      <a:lvl7pPr marL="2510028" algn="l" defTabSz="836676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7pPr>
      <a:lvl8pPr marL="2928366" algn="l" defTabSz="836676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8pPr>
      <a:lvl9pPr marL="3346704" algn="l" defTabSz="836676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Oval 110">
            <a:extLst>
              <a:ext uri="{FF2B5EF4-FFF2-40B4-BE49-F238E27FC236}">
                <a16:creationId xmlns:a16="http://schemas.microsoft.com/office/drawing/2014/main" id="{7072FABF-9948-AA2C-5D50-728AA1363A63}"/>
              </a:ext>
            </a:extLst>
          </p:cNvPr>
          <p:cNvSpPr/>
          <p:nvPr/>
        </p:nvSpPr>
        <p:spPr>
          <a:xfrm rot="5400000">
            <a:off x="1578153" y="5051610"/>
            <a:ext cx="1113182" cy="21203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2C847BF5-ABAD-ABEB-3FFA-79F78A5E0F63}"/>
              </a:ext>
            </a:extLst>
          </p:cNvPr>
          <p:cNvSpPr/>
          <p:nvPr/>
        </p:nvSpPr>
        <p:spPr>
          <a:xfrm rot="5400000">
            <a:off x="2669369" y="5051610"/>
            <a:ext cx="1113182" cy="21203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5AB41DA-5B3A-D116-F88B-D47D43C0AAAC}"/>
              </a:ext>
            </a:extLst>
          </p:cNvPr>
          <p:cNvSpPr/>
          <p:nvPr/>
        </p:nvSpPr>
        <p:spPr>
          <a:xfrm>
            <a:off x="2126397" y="4935763"/>
            <a:ext cx="1086581" cy="397071"/>
          </a:xfrm>
          <a:prstGeom prst="rect">
            <a:avLst/>
          </a:prstGeom>
          <a:solidFill>
            <a:schemeClr val="accent2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4" name="Picture 113" descr="A group of orange circles&#10;&#10;Description automatically generated">
            <a:extLst>
              <a:ext uri="{FF2B5EF4-FFF2-40B4-BE49-F238E27FC236}">
                <a16:creationId xmlns:a16="http://schemas.microsoft.com/office/drawing/2014/main" id="{3898B5F2-3847-C7D6-258B-8810F04CAED7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5447" b="79991"/>
          <a:stretch/>
        </p:blipFill>
        <p:spPr>
          <a:xfrm rot="16200000" flipV="1">
            <a:off x="10101604" y="4995186"/>
            <a:ext cx="946946" cy="318255"/>
          </a:xfrm>
          <a:prstGeom prst="rect">
            <a:avLst/>
          </a:prstGeom>
        </p:spPr>
      </p:pic>
      <p:sp>
        <p:nvSpPr>
          <p:cNvPr id="115" name="Oval 114">
            <a:extLst>
              <a:ext uri="{FF2B5EF4-FFF2-40B4-BE49-F238E27FC236}">
                <a16:creationId xmlns:a16="http://schemas.microsoft.com/office/drawing/2014/main" id="{203265B5-D09F-7AAD-A9E0-90AA1A9B088A}"/>
              </a:ext>
            </a:extLst>
          </p:cNvPr>
          <p:cNvSpPr/>
          <p:nvPr/>
        </p:nvSpPr>
        <p:spPr>
          <a:xfrm rot="5400000">
            <a:off x="9675464" y="5051610"/>
            <a:ext cx="1113182" cy="21203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154B10B3-54EC-AE9A-D969-13B71ACF5DF6}"/>
              </a:ext>
            </a:extLst>
          </p:cNvPr>
          <p:cNvSpPr/>
          <p:nvPr/>
        </p:nvSpPr>
        <p:spPr>
          <a:xfrm rot="5400000">
            <a:off x="8610375" y="5051610"/>
            <a:ext cx="1113182" cy="21203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Isosceles Triangle 116">
            <a:extLst>
              <a:ext uri="{FF2B5EF4-FFF2-40B4-BE49-F238E27FC236}">
                <a16:creationId xmlns:a16="http://schemas.microsoft.com/office/drawing/2014/main" id="{7B581FF6-D11E-5FFC-35B2-8A70D6FB6E69}"/>
              </a:ext>
            </a:extLst>
          </p:cNvPr>
          <p:cNvSpPr/>
          <p:nvPr/>
        </p:nvSpPr>
        <p:spPr>
          <a:xfrm rot="5400000">
            <a:off x="10233453" y="4957768"/>
            <a:ext cx="397070" cy="404189"/>
          </a:xfrm>
          <a:prstGeom prst="triangle">
            <a:avLst/>
          </a:prstGeom>
          <a:solidFill>
            <a:srgbClr val="9966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46752E5-5146-F10B-72D1-0E2CE31B1380}"/>
              </a:ext>
            </a:extLst>
          </p:cNvPr>
          <p:cNvSpPr/>
          <p:nvPr/>
        </p:nvSpPr>
        <p:spPr>
          <a:xfrm>
            <a:off x="9166966" y="4959346"/>
            <a:ext cx="1061751" cy="397071"/>
          </a:xfrm>
          <a:prstGeom prst="rect">
            <a:avLst/>
          </a:prstGeom>
          <a:solidFill>
            <a:srgbClr val="9966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Isosceles Triangle 118">
            <a:extLst>
              <a:ext uri="{FF2B5EF4-FFF2-40B4-BE49-F238E27FC236}">
                <a16:creationId xmlns:a16="http://schemas.microsoft.com/office/drawing/2014/main" id="{5C7A4304-0065-6219-B9F2-B7C5867BA98A}"/>
              </a:ext>
            </a:extLst>
          </p:cNvPr>
          <p:cNvSpPr/>
          <p:nvPr/>
        </p:nvSpPr>
        <p:spPr>
          <a:xfrm rot="16200000">
            <a:off x="8442058" y="4633607"/>
            <a:ext cx="401898" cy="1053767"/>
          </a:xfrm>
          <a:prstGeom prst="triangle">
            <a:avLst/>
          </a:prstGeom>
          <a:solidFill>
            <a:srgbClr val="9966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Isosceles Triangle 157">
            <a:extLst>
              <a:ext uri="{FF2B5EF4-FFF2-40B4-BE49-F238E27FC236}">
                <a16:creationId xmlns:a16="http://schemas.microsoft.com/office/drawing/2014/main" id="{5F6F959A-F8BB-6E2A-3886-FD55BE691CC0}"/>
              </a:ext>
            </a:extLst>
          </p:cNvPr>
          <p:cNvSpPr/>
          <p:nvPr/>
        </p:nvSpPr>
        <p:spPr>
          <a:xfrm rot="5400000" flipH="1">
            <a:off x="7458936" y="4595194"/>
            <a:ext cx="347511" cy="1053767"/>
          </a:xfrm>
          <a:custGeom>
            <a:avLst/>
            <a:gdLst>
              <a:gd name="connsiteX0" fmla="*/ 0 w 414829"/>
              <a:gd name="connsiteY0" fmla="*/ 1053767 h 1053767"/>
              <a:gd name="connsiteX1" fmla="*/ 207415 w 414829"/>
              <a:gd name="connsiteY1" fmla="*/ 0 h 1053767"/>
              <a:gd name="connsiteX2" fmla="*/ 414829 w 414829"/>
              <a:gd name="connsiteY2" fmla="*/ 1053767 h 1053767"/>
              <a:gd name="connsiteX3" fmla="*/ 0 w 414829"/>
              <a:gd name="connsiteY3" fmla="*/ 1053767 h 1053767"/>
              <a:gd name="connsiteX0" fmla="*/ 0 w 347511"/>
              <a:gd name="connsiteY0" fmla="*/ 683519 h 1053767"/>
              <a:gd name="connsiteX1" fmla="*/ 140097 w 347511"/>
              <a:gd name="connsiteY1" fmla="*/ 0 h 1053767"/>
              <a:gd name="connsiteX2" fmla="*/ 347511 w 347511"/>
              <a:gd name="connsiteY2" fmla="*/ 1053767 h 1053767"/>
              <a:gd name="connsiteX3" fmla="*/ 0 w 347511"/>
              <a:gd name="connsiteY3" fmla="*/ 683519 h 10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511" h="1053767">
                <a:moveTo>
                  <a:pt x="0" y="683519"/>
                </a:moveTo>
                <a:lnTo>
                  <a:pt x="140097" y="0"/>
                </a:lnTo>
                <a:lnTo>
                  <a:pt x="347511" y="1053767"/>
                </a:lnTo>
                <a:lnTo>
                  <a:pt x="0" y="683519"/>
                </a:lnTo>
                <a:close/>
              </a:path>
            </a:pathLst>
          </a:custGeom>
          <a:solidFill>
            <a:srgbClr val="9966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4B18DA0A-4677-D360-9E0C-8BE408721A88}"/>
              </a:ext>
            </a:extLst>
          </p:cNvPr>
          <p:cNvSpPr/>
          <p:nvPr/>
        </p:nvSpPr>
        <p:spPr>
          <a:xfrm>
            <a:off x="4556086" y="2708726"/>
            <a:ext cx="3101008" cy="446964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Parallelogram 128">
            <a:extLst>
              <a:ext uri="{FF2B5EF4-FFF2-40B4-BE49-F238E27FC236}">
                <a16:creationId xmlns:a16="http://schemas.microsoft.com/office/drawing/2014/main" id="{2DD9F454-36E4-E2FD-3AA8-0228522A5747}"/>
              </a:ext>
            </a:extLst>
          </p:cNvPr>
          <p:cNvSpPr/>
          <p:nvPr/>
        </p:nvSpPr>
        <p:spPr>
          <a:xfrm rot="20185992" flipV="1">
            <a:off x="5820253" y="311638"/>
            <a:ext cx="575126" cy="2853464"/>
          </a:xfrm>
          <a:custGeom>
            <a:avLst/>
            <a:gdLst>
              <a:gd name="connsiteX0" fmla="*/ 0 w 541082"/>
              <a:gd name="connsiteY0" fmla="*/ 2724001 h 2724001"/>
              <a:gd name="connsiteX1" fmla="*/ 135271 w 541082"/>
              <a:gd name="connsiteY1" fmla="*/ 0 h 2724001"/>
              <a:gd name="connsiteX2" fmla="*/ 541082 w 541082"/>
              <a:gd name="connsiteY2" fmla="*/ 0 h 2724001"/>
              <a:gd name="connsiteX3" fmla="*/ 405812 w 541082"/>
              <a:gd name="connsiteY3" fmla="*/ 2724001 h 2724001"/>
              <a:gd name="connsiteX4" fmla="*/ 0 w 541082"/>
              <a:gd name="connsiteY4" fmla="*/ 2724001 h 2724001"/>
              <a:gd name="connsiteX0" fmla="*/ 0 w 557128"/>
              <a:gd name="connsiteY0" fmla="*/ 2826425 h 2826425"/>
              <a:gd name="connsiteX1" fmla="*/ 135271 w 557128"/>
              <a:gd name="connsiteY1" fmla="*/ 102424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57128"/>
              <a:gd name="connsiteY0" fmla="*/ 2826425 h 2826425"/>
              <a:gd name="connsiteX1" fmla="*/ 124264 w 557128"/>
              <a:gd name="connsiteY1" fmla="*/ 176625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20930 w 572246"/>
              <a:gd name="connsiteY3" fmla="*/ 2826425 h 2911091"/>
              <a:gd name="connsiteX4" fmla="*/ 0 w 572246"/>
              <a:gd name="connsiteY4" fmla="*/ 2911091 h 2911091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09144 w 572246"/>
              <a:gd name="connsiteY3" fmla="*/ 2779517 h 2911091"/>
              <a:gd name="connsiteX4" fmla="*/ 0 w 572246"/>
              <a:gd name="connsiteY4" fmla="*/ 2911091 h 2911091"/>
              <a:gd name="connsiteX0" fmla="*/ 0 w 575425"/>
              <a:gd name="connsiteY0" fmla="*/ 2903803 h 2903803"/>
              <a:gd name="connsiteX1" fmla="*/ 139382 w 575425"/>
              <a:gd name="connsiteY1" fmla="*/ 169337 h 2903803"/>
              <a:gd name="connsiteX2" fmla="*/ 575425 w 575425"/>
              <a:gd name="connsiteY2" fmla="*/ 0 h 2903803"/>
              <a:gd name="connsiteX3" fmla="*/ 409144 w 575425"/>
              <a:gd name="connsiteY3" fmla="*/ 2772229 h 2903803"/>
              <a:gd name="connsiteX4" fmla="*/ 0 w 575425"/>
              <a:gd name="connsiteY4" fmla="*/ 2903803 h 2903803"/>
              <a:gd name="connsiteX0" fmla="*/ 0 w 578432"/>
              <a:gd name="connsiteY0" fmla="*/ 2870314 h 2870314"/>
              <a:gd name="connsiteX1" fmla="*/ 139382 w 578432"/>
              <a:gd name="connsiteY1" fmla="*/ 135848 h 2870314"/>
              <a:gd name="connsiteX2" fmla="*/ 578432 w 578432"/>
              <a:gd name="connsiteY2" fmla="*/ 0 h 2870314"/>
              <a:gd name="connsiteX3" fmla="*/ 409144 w 578432"/>
              <a:gd name="connsiteY3" fmla="*/ 2738740 h 2870314"/>
              <a:gd name="connsiteX4" fmla="*/ 0 w 578432"/>
              <a:gd name="connsiteY4" fmla="*/ 2870314 h 2870314"/>
              <a:gd name="connsiteX0" fmla="*/ 0 w 578432"/>
              <a:gd name="connsiteY0" fmla="*/ 2870314 h 2870314"/>
              <a:gd name="connsiteX1" fmla="*/ 130778 w 578432"/>
              <a:gd name="connsiteY1" fmla="*/ 209202 h 2870314"/>
              <a:gd name="connsiteX2" fmla="*/ 578432 w 578432"/>
              <a:gd name="connsiteY2" fmla="*/ 0 h 2870314"/>
              <a:gd name="connsiteX3" fmla="*/ 409144 w 578432"/>
              <a:gd name="connsiteY3" fmla="*/ 2738740 h 2870314"/>
              <a:gd name="connsiteX4" fmla="*/ 0 w 578432"/>
              <a:gd name="connsiteY4" fmla="*/ 2870314 h 2870314"/>
              <a:gd name="connsiteX0" fmla="*/ 0 w 578432"/>
              <a:gd name="connsiteY0" fmla="*/ 2870314 h 2870314"/>
              <a:gd name="connsiteX1" fmla="*/ 130778 w 578432"/>
              <a:gd name="connsiteY1" fmla="*/ 209202 h 2870314"/>
              <a:gd name="connsiteX2" fmla="*/ 578432 w 578432"/>
              <a:gd name="connsiteY2" fmla="*/ 0 h 2870314"/>
              <a:gd name="connsiteX3" fmla="*/ 396618 w 578432"/>
              <a:gd name="connsiteY3" fmla="*/ 2738084 h 2870314"/>
              <a:gd name="connsiteX4" fmla="*/ 0 w 578432"/>
              <a:gd name="connsiteY4" fmla="*/ 2870314 h 2870314"/>
              <a:gd name="connsiteX0" fmla="*/ 0 w 563007"/>
              <a:gd name="connsiteY0" fmla="*/ 2863585 h 2863585"/>
              <a:gd name="connsiteX1" fmla="*/ 130778 w 563007"/>
              <a:gd name="connsiteY1" fmla="*/ 202473 h 2863585"/>
              <a:gd name="connsiteX2" fmla="*/ 563007 w 563007"/>
              <a:gd name="connsiteY2" fmla="*/ 0 h 2863585"/>
              <a:gd name="connsiteX3" fmla="*/ 396618 w 563007"/>
              <a:gd name="connsiteY3" fmla="*/ 2731355 h 2863585"/>
              <a:gd name="connsiteX4" fmla="*/ 0 w 563007"/>
              <a:gd name="connsiteY4" fmla="*/ 2863585 h 2863585"/>
              <a:gd name="connsiteX0" fmla="*/ 0 w 568653"/>
              <a:gd name="connsiteY0" fmla="*/ 2850641 h 2850641"/>
              <a:gd name="connsiteX1" fmla="*/ 130778 w 568653"/>
              <a:gd name="connsiteY1" fmla="*/ 189529 h 2850641"/>
              <a:gd name="connsiteX2" fmla="*/ 568653 w 568653"/>
              <a:gd name="connsiteY2" fmla="*/ 0 h 2850641"/>
              <a:gd name="connsiteX3" fmla="*/ 396618 w 568653"/>
              <a:gd name="connsiteY3" fmla="*/ 2718411 h 2850641"/>
              <a:gd name="connsiteX4" fmla="*/ 0 w 568653"/>
              <a:gd name="connsiteY4" fmla="*/ 2850641 h 2850641"/>
              <a:gd name="connsiteX0" fmla="*/ 0 w 575126"/>
              <a:gd name="connsiteY0" fmla="*/ 2853464 h 2853464"/>
              <a:gd name="connsiteX1" fmla="*/ 130778 w 575126"/>
              <a:gd name="connsiteY1" fmla="*/ 192352 h 2853464"/>
              <a:gd name="connsiteX2" fmla="*/ 575126 w 575126"/>
              <a:gd name="connsiteY2" fmla="*/ 0 h 2853464"/>
              <a:gd name="connsiteX3" fmla="*/ 396618 w 575126"/>
              <a:gd name="connsiteY3" fmla="*/ 2721234 h 2853464"/>
              <a:gd name="connsiteX4" fmla="*/ 0 w 575126"/>
              <a:gd name="connsiteY4" fmla="*/ 2853464 h 285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126" h="2853464">
                <a:moveTo>
                  <a:pt x="0" y="2853464"/>
                </a:moveTo>
                <a:lnTo>
                  <a:pt x="130778" y="192352"/>
                </a:lnTo>
                <a:lnTo>
                  <a:pt x="575126" y="0"/>
                </a:lnTo>
                <a:lnTo>
                  <a:pt x="396618" y="2721234"/>
                </a:lnTo>
                <a:lnTo>
                  <a:pt x="0" y="2853464"/>
                </a:lnTo>
                <a:close/>
              </a:path>
            </a:pathLst>
          </a:custGeom>
          <a:solidFill>
            <a:srgbClr val="00B0F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Parallelogram 128">
            <a:extLst>
              <a:ext uri="{FF2B5EF4-FFF2-40B4-BE49-F238E27FC236}">
                <a16:creationId xmlns:a16="http://schemas.microsoft.com/office/drawing/2014/main" id="{4D781068-92D0-72E8-E2F3-96FD188111ED}"/>
              </a:ext>
            </a:extLst>
          </p:cNvPr>
          <p:cNvSpPr/>
          <p:nvPr/>
        </p:nvSpPr>
        <p:spPr>
          <a:xfrm rot="747667" flipH="1" flipV="1">
            <a:off x="4881374" y="418545"/>
            <a:ext cx="528430" cy="2599454"/>
          </a:xfrm>
          <a:custGeom>
            <a:avLst/>
            <a:gdLst>
              <a:gd name="connsiteX0" fmla="*/ 0 w 541082"/>
              <a:gd name="connsiteY0" fmla="*/ 2724001 h 2724001"/>
              <a:gd name="connsiteX1" fmla="*/ 135271 w 541082"/>
              <a:gd name="connsiteY1" fmla="*/ 0 h 2724001"/>
              <a:gd name="connsiteX2" fmla="*/ 541082 w 541082"/>
              <a:gd name="connsiteY2" fmla="*/ 0 h 2724001"/>
              <a:gd name="connsiteX3" fmla="*/ 405812 w 541082"/>
              <a:gd name="connsiteY3" fmla="*/ 2724001 h 2724001"/>
              <a:gd name="connsiteX4" fmla="*/ 0 w 541082"/>
              <a:gd name="connsiteY4" fmla="*/ 2724001 h 2724001"/>
              <a:gd name="connsiteX0" fmla="*/ 0 w 557128"/>
              <a:gd name="connsiteY0" fmla="*/ 2826425 h 2826425"/>
              <a:gd name="connsiteX1" fmla="*/ 135271 w 557128"/>
              <a:gd name="connsiteY1" fmla="*/ 102424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57128"/>
              <a:gd name="connsiteY0" fmla="*/ 2826425 h 2826425"/>
              <a:gd name="connsiteX1" fmla="*/ 124264 w 557128"/>
              <a:gd name="connsiteY1" fmla="*/ 176625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20930 w 572246"/>
              <a:gd name="connsiteY3" fmla="*/ 2826425 h 2911091"/>
              <a:gd name="connsiteX4" fmla="*/ 0 w 572246"/>
              <a:gd name="connsiteY4" fmla="*/ 2911091 h 2911091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09144 w 572246"/>
              <a:gd name="connsiteY3" fmla="*/ 2779517 h 2911091"/>
              <a:gd name="connsiteX4" fmla="*/ 0 w 572246"/>
              <a:gd name="connsiteY4" fmla="*/ 2911091 h 2911091"/>
              <a:gd name="connsiteX0" fmla="*/ 0 w 575425"/>
              <a:gd name="connsiteY0" fmla="*/ 2903803 h 2903803"/>
              <a:gd name="connsiteX1" fmla="*/ 139382 w 575425"/>
              <a:gd name="connsiteY1" fmla="*/ 169337 h 2903803"/>
              <a:gd name="connsiteX2" fmla="*/ 575425 w 575425"/>
              <a:gd name="connsiteY2" fmla="*/ 0 h 2903803"/>
              <a:gd name="connsiteX3" fmla="*/ 409144 w 575425"/>
              <a:gd name="connsiteY3" fmla="*/ 2772229 h 2903803"/>
              <a:gd name="connsiteX4" fmla="*/ 0 w 575425"/>
              <a:gd name="connsiteY4" fmla="*/ 2903803 h 2903803"/>
              <a:gd name="connsiteX0" fmla="*/ 0 w 569574"/>
              <a:gd name="connsiteY0" fmla="*/ 2831730 h 2831730"/>
              <a:gd name="connsiteX1" fmla="*/ 139382 w 569574"/>
              <a:gd name="connsiteY1" fmla="*/ 97264 h 2831730"/>
              <a:gd name="connsiteX2" fmla="*/ 569574 w 569574"/>
              <a:gd name="connsiteY2" fmla="*/ 0 h 2831730"/>
              <a:gd name="connsiteX3" fmla="*/ 409144 w 569574"/>
              <a:gd name="connsiteY3" fmla="*/ 2700156 h 2831730"/>
              <a:gd name="connsiteX4" fmla="*/ 0 w 569574"/>
              <a:gd name="connsiteY4" fmla="*/ 2831730 h 2831730"/>
              <a:gd name="connsiteX0" fmla="*/ 0 w 546828"/>
              <a:gd name="connsiteY0" fmla="*/ 2614367 h 2700156"/>
              <a:gd name="connsiteX1" fmla="*/ 116636 w 546828"/>
              <a:gd name="connsiteY1" fmla="*/ 97264 h 2700156"/>
              <a:gd name="connsiteX2" fmla="*/ 546828 w 546828"/>
              <a:gd name="connsiteY2" fmla="*/ 0 h 2700156"/>
              <a:gd name="connsiteX3" fmla="*/ 386398 w 546828"/>
              <a:gd name="connsiteY3" fmla="*/ 2700156 h 2700156"/>
              <a:gd name="connsiteX4" fmla="*/ 0 w 546828"/>
              <a:gd name="connsiteY4" fmla="*/ 2614367 h 2700156"/>
              <a:gd name="connsiteX0" fmla="*/ 0 w 546828"/>
              <a:gd name="connsiteY0" fmla="*/ 2614367 h 2614367"/>
              <a:gd name="connsiteX1" fmla="*/ 116636 w 546828"/>
              <a:gd name="connsiteY1" fmla="*/ 97264 h 2614367"/>
              <a:gd name="connsiteX2" fmla="*/ 546828 w 546828"/>
              <a:gd name="connsiteY2" fmla="*/ 0 h 2614367"/>
              <a:gd name="connsiteX3" fmla="*/ 406248 w 546828"/>
              <a:gd name="connsiteY3" fmla="*/ 2494322 h 2614367"/>
              <a:gd name="connsiteX4" fmla="*/ 0 w 546828"/>
              <a:gd name="connsiteY4" fmla="*/ 2614367 h 2614367"/>
              <a:gd name="connsiteX0" fmla="*/ 0 w 545667"/>
              <a:gd name="connsiteY0" fmla="*/ 2603264 h 2603264"/>
              <a:gd name="connsiteX1" fmla="*/ 116636 w 545667"/>
              <a:gd name="connsiteY1" fmla="*/ 86161 h 2603264"/>
              <a:gd name="connsiteX2" fmla="*/ 545667 w 545667"/>
              <a:gd name="connsiteY2" fmla="*/ 0 h 2603264"/>
              <a:gd name="connsiteX3" fmla="*/ 406248 w 545667"/>
              <a:gd name="connsiteY3" fmla="*/ 2483219 h 2603264"/>
              <a:gd name="connsiteX4" fmla="*/ 0 w 545667"/>
              <a:gd name="connsiteY4" fmla="*/ 2603264 h 2603264"/>
              <a:gd name="connsiteX0" fmla="*/ 0 w 545667"/>
              <a:gd name="connsiteY0" fmla="*/ 2603264 h 2603264"/>
              <a:gd name="connsiteX1" fmla="*/ 108578 w 545667"/>
              <a:gd name="connsiteY1" fmla="*/ 98788 h 2603264"/>
              <a:gd name="connsiteX2" fmla="*/ 545667 w 545667"/>
              <a:gd name="connsiteY2" fmla="*/ 0 h 2603264"/>
              <a:gd name="connsiteX3" fmla="*/ 406248 w 545667"/>
              <a:gd name="connsiteY3" fmla="*/ 2483219 h 2603264"/>
              <a:gd name="connsiteX4" fmla="*/ 0 w 545667"/>
              <a:gd name="connsiteY4" fmla="*/ 2603264 h 2603264"/>
              <a:gd name="connsiteX0" fmla="*/ 0 w 545667"/>
              <a:gd name="connsiteY0" fmla="*/ 2603264 h 2603264"/>
              <a:gd name="connsiteX1" fmla="*/ 106293 w 545667"/>
              <a:gd name="connsiteY1" fmla="*/ 88446 h 2603264"/>
              <a:gd name="connsiteX2" fmla="*/ 545667 w 545667"/>
              <a:gd name="connsiteY2" fmla="*/ 0 h 2603264"/>
              <a:gd name="connsiteX3" fmla="*/ 406248 w 545667"/>
              <a:gd name="connsiteY3" fmla="*/ 2483219 h 2603264"/>
              <a:gd name="connsiteX4" fmla="*/ 0 w 545667"/>
              <a:gd name="connsiteY4" fmla="*/ 2603264 h 2603264"/>
              <a:gd name="connsiteX0" fmla="*/ 0 w 545667"/>
              <a:gd name="connsiteY0" fmla="*/ 2603264 h 2603264"/>
              <a:gd name="connsiteX1" fmla="*/ 121605 w 545667"/>
              <a:gd name="connsiteY1" fmla="*/ 92294 h 2603264"/>
              <a:gd name="connsiteX2" fmla="*/ 545667 w 545667"/>
              <a:gd name="connsiteY2" fmla="*/ 0 h 2603264"/>
              <a:gd name="connsiteX3" fmla="*/ 406248 w 545667"/>
              <a:gd name="connsiteY3" fmla="*/ 2483219 h 2603264"/>
              <a:gd name="connsiteX4" fmla="*/ 0 w 545667"/>
              <a:gd name="connsiteY4" fmla="*/ 2603264 h 2603264"/>
              <a:gd name="connsiteX0" fmla="*/ 0 w 540296"/>
              <a:gd name="connsiteY0" fmla="*/ 2594845 h 2594845"/>
              <a:gd name="connsiteX1" fmla="*/ 121605 w 540296"/>
              <a:gd name="connsiteY1" fmla="*/ 83875 h 2594845"/>
              <a:gd name="connsiteX2" fmla="*/ 540296 w 540296"/>
              <a:gd name="connsiteY2" fmla="*/ 0 h 2594845"/>
              <a:gd name="connsiteX3" fmla="*/ 406248 w 540296"/>
              <a:gd name="connsiteY3" fmla="*/ 2474800 h 2594845"/>
              <a:gd name="connsiteX4" fmla="*/ 0 w 540296"/>
              <a:gd name="connsiteY4" fmla="*/ 2594845 h 2594845"/>
              <a:gd name="connsiteX0" fmla="*/ 0 w 528430"/>
              <a:gd name="connsiteY0" fmla="*/ 2599454 h 2599454"/>
              <a:gd name="connsiteX1" fmla="*/ 121605 w 528430"/>
              <a:gd name="connsiteY1" fmla="*/ 88484 h 2599454"/>
              <a:gd name="connsiteX2" fmla="*/ 528430 w 528430"/>
              <a:gd name="connsiteY2" fmla="*/ 0 h 2599454"/>
              <a:gd name="connsiteX3" fmla="*/ 406248 w 528430"/>
              <a:gd name="connsiteY3" fmla="*/ 2479409 h 2599454"/>
              <a:gd name="connsiteX4" fmla="*/ 0 w 528430"/>
              <a:gd name="connsiteY4" fmla="*/ 2599454 h 2599454"/>
              <a:gd name="connsiteX0" fmla="*/ 0 w 528430"/>
              <a:gd name="connsiteY0" fmla="*/ 2599454 h 2599454"/>
              <a:gd name="connsiteX1" fmla="*/ 120081 w 528430"/>
              <a:gd name="connsiteY1" fmla="*/ 81589 h 2599454"/>
              <a:gd name="connsiteX2" fmla="*/ 528430 w 528430"/>
              <a:gd name="connsiteY2" fmla="*/ 0 h 2599454"/>
              <a:gd name="connsiteX3" fmla="*/ 406248 w 528430"/>
              <a:gd name="connsiteY3" fmla="*/ 2479409 h 2599454"/>
              <a:gd name="connsiteX4" fmla="*/ 0 w 528430"/>
              <a:gd name="connsiteY4" fmla="*/ 2599454 h 2599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430" h="2599454">
                <a:moveTo>
                  <a:pt x="0" y="2599454"/>
                </a:moveTo>
                <a:lnTo>
                  <a:pt x="120081" y="81589"/>
                </a:lnTo>
                <a:lnTo>
                  <a:pt x="528430" y="0"/>
                </a:lnTo>
                <a:lnTo>
                  <a:pt x="406248" y="2479409"/>
                </a:lnTo>
                <a:lnTo>
                  <a:pt x="0" y="2599454"/>
                </a:lnTo>
                <a:close/>
              </a:path>
            </a:pathLst>
          </a:custGeom>
          <a:solidFill>
            <a:srgbClr val="00B0F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Parallelogram 128">
            <a:extLst>
              <a:ext uri="{FF2B5EF4-FFF2-40B4-BE49-F238E27FC236}">
                <a16:creationId xmlns:a16="http://schemas.microsoft.com/office/drawing/2014/main" id="{416B3470-3DA1-48B0-89EA-A410B00CC501}"/>
              </a:ext>
            </a:extLst>
          </p:cNvPr>
          <p:cNvSpPr/>
          <p:nvPr/>
        </p:nvSpPr>
        <p:spPr>
          <a:xfrm rot="644861">
            <a:off x="6107174" y="454258"/>
            <a:ext cx="580923" cy="2556475"/>
          </a:xfrm>
          <a:custGeom>
            <a:avLst/>
            <a:gdLst>
              <a:gd name="connsiteX0" fmla="*/ 0 w 541082"/>
              <a:gd name="connsiteY0" fmla="*/ 2724001 h 2724001"/>
              <a:gd name="connsiteX1" fmla="*/ 135271 w 541082"/>
              <a:gd name="connsiteY1" fmla="*/ 0 h 2724001"/>
              <a:gd name="connsiteX2" fmla="*/ 541082 w 541082"/>
              <a:gd name="connsiteY2" fmla="*/ 0 h 2724001"/>
              <a:gd name="connsiteX3" fmla="*/ 405812 w 541082"/>
              <a:gd name="connsiteY3" fmla="*/ 2724001 h 2724001"/>
              <a:gd name="connsiteX4" fmla="*/ 0 w 541082"/>
              <a:gd name="connsiteY4" fmla="*/ 2724001 h 2724001"/>
              <a:gd name="connsiteX0" fmla="*/ 0 w 557128"/>
              <a:gd name="connsiteY0" fmla="*/ 2826425 h 2826425"/>
              <a:gd name="connsiteX1" fmla="*/ 135271 w 557128"/>
              <a:gd name="connsiteY1" fmla="*/ 102424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57128"/>
              <a:gd name="connsiteY0" fmla="*/ 2826425 h 2826425"/>
              <a:gd name="connsiteX1" fmla="*/ 124264 w 557128"/>
              <a:gd name="connsiteY1" fmla="*/ 176625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20930 w 572246"/>
              <a:gd name="connsiteY3" fmla="*/ 2826425 h 2911091"/>
              <a:gd name="connsiteX4" fmla="*/ 0 w 572246"/>
              <a:gd name="connsiteY4" fmla="*/ 2911091 h 2911091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09144 w 572246"/>
              <a:gd name="connsiteY3" fmla="*/ 2779517 h 2911091"/>
              <a:gd name="connsiteX4" fmla="*/ 0 w 572246"/>
              <a:gd name="connsiteY4" fmla="*/ 2911091 h 2911091"/>
              <a:gd name="connsiteX0" fmla="*/ 0 w 575425"/>
              <a:gd name="connsiteY0" fmla="*/ 2903803 h 2903803"/>
              <a:gd name="connsiteX1" fmla="*/ 139382 w 575425"/>
              <a:gd name="connsiteY1" fmla="*/ 169337 h 2903803"/>
              <a:gd name="connsiteX2" fmla="*/ 575425 w 575425"/>
              <a:gd name="connsiteY2" fmla="*/ 0 h 2903803"/>
              <a:gd name="connsiteX3" fmla="*/ 409144 w 575425"/>
              <a:gd name="connsiteY3" fmla="*/ 2772229 h 2903803"/>
              <a:gd name="connsiteX4" fmla="*/ 0 w 575425"/>
              <a:gd name="connsiteY4" fmla="*/ 2903803 h 2903803"/>
              <a:gd name="connsiteX0" fmla="*/ 0 w 569574"/>
              <a:gd name="connsiteY0" fmla="*/ 2831730 h 2831730"/>
              <a:gd name="connsiteX1" fmla="*/ 139382 w 569574"/>
              <a:gd name="connsiteY1" fmla="*/ 97264 h 2831730"/>
              <a:gd name="connsiteX2" fmla="*/ 569574 w 569574"/>
              <a:gd name="connsiteY2" fmla="*/ 0 h 2831730"/>
              <a:gd name="connsiteX3" fmla="*/ 409144 w 569574"/>
              <a:gd name="connsiteY3" fmla="*/ 2700156 h 2831730"/>
              <a:gd name="connsiteX4" fmla="*/ 0 w 569574"/>
              <a:gd name="connsiteY4" fmla="*/ 2831730 h 2831730"/>
              <a:gd name="connsiteX0" fmla="*/ 0 w 546828"/>
              <a:gd name="connsiteY0" fmla="*/ 2614367 h 2700156"/>
              <a:gd name="connsiteX1" fmla="*/ 116636 w 546828"/>
              <a:gd name="connsiteY1" fmla="*/ 97264 h 2700156"/>
              <a:gd name="connsiteX2" fmla="*/ 546828 w 546828"/>
              <a:gd name="connsiteY2" fmla="*/ 0 h 2700156"/>
              <a:gd name="connsiteX3" fmla="*/ 386398 w 546828"/>
              <a:gd name="connsiteY3" fmla="*/ 2700156 h 2700156"/>
              <a:gd name="connsiteX4" fmla="*/ 0 w 546828"/>
              <a:gd name="connsiteY4" fmla="*/ 2614367 h 2700156"/>
              <a:gd name="connsiteX0" fmla="*/ 0 w 546828"/>
              <a:gd name="connsiteY0" fmla="*/ 2614367 h 2614367"/>
              <a:gd name="connsiteX1" fmla="*/ 116636 w 546828"/>
              <a:gd name="connsiteY1" fmla="*/ 97264 h 2614367"/>
              <a:gd name="connsiteX2" fmla="*/ 546828 w 546828"/>
              <a:gd name="connsiteY2" fmla="*/ 0 h 2614367"/>
              <a:gd name="connsiteX3" fmla="*/ 406248 w 546828"/>
              <a:gd name="connsiteY3" fmla="*/ 2494322 h 2614367"/>
              <a:gd name="connsiteX4" fmla="*/ 0 w 546828"/>
              <a:gd name="connsiteY4" fmla="*/ 2614367 h 2614367"/>
              <a:gd name="connsiteX0" fmla="*/ 0 w 539026"/>
              <a:gd name="connsiteY0" fmla="*/ 2594280 h 2594280"/>
              <a:gd name="connsiteX1" fmla="*/ 108834 w 539026"/>
              <a:gd name="connsiteY1" fmla="*/ 97264 h 2594280"/>
              <a:gd name="connsiteX2" fmla="*/ 539026 w 539026"/>
              <a:gd name="connsiteY2" fmla="*/ 0 h 2594280"/>
              <a:gd name="connsiteX3" fmla="*/ 398446 w 539026"/>
              <a:gd name="connsiteY3" fmla="*/ 2494322 h 2594280"/>
              <a:gd name="connsiteX4" fmla="*/ 0 w 539026"/>
              <a:gd name="connsiteY4" fmla="*/ 2594280 h 2594280"/>
              <a:gd name="connsiteX0" fmla="*/ 0 w 539026"/>
              <a:gd name="connsiteY0" fmla="*/ 2594280 h 2594280"/>
              <a:gd name="connsiteX1" fmla="*/ 108834 w 539026"/>
              <a:gd name="connsiteY1" fmla="*/ 97264 h 2594280"/>
              <a:gd name="connsiteX2" fmla="*/ 539026 w 539026"/>
              <a:gd name="connsiteY2" fmla="*/ 0 h 2594280"/>
              <a:gd name="connsiteX3" fmla="*/ 380939 w 539026"/>
              <a:gd name="connsiteY3" fmla="*/ 2498191 h 2594280"/>
              <a:gd name="connsiteX4" fmla="*/ 0 w 539026"/>
              <a:gd name="connsiteY4" fmla="*/ 2594280 h 2594280"/>
              <a:gd name="connsiteX0" fmla="*/ 0 w 546216"/>
              <a:gd name="connsiteY0" fmla="*/ 2644835 h 2644835"/>
              <a:gd name="connsiteX1" fmla="*/ 108834 w 546216"/>
              <a:gd name="connsiteY1" fmla="*/ 147819 h 2644835"/>
              <a:gd name="connsiteX2" fmla="*/ 546216 w 546216"/>
              <a:gd name="connsiteY2" fmla="*/ 0 h 2644835"/>
              <a:gd name="connsiteX3" fmla="*/ 380939 w 546216"/>
              <a:gd name="connsiteY3" fmla="*/ 2548746 h 2644835"/>
              <a:gd name="connsiteX4" fmla="*/ 0 w 546216"/>
              <a:gd name="connsiteY4" fmla="*/ 2644835 h 2644835"/>
              <a:gd name="connsiteX0" fmla="*/ 0 w 546216"/>
              <a:gd name="connsiteY0" fmla="*/ 2644835 h 2644835"/>
              <a:gd name="connsiteX1" fmla="*/ 118539 w 546216"/>
              <a:gd name="connsiteY1" fmla="*/ 164036 h 2644835"/>
              <a:gd name="connsiteX2" fmla="*/ 546216 w 546216"/>
              <a:gd name="connsiteY2" fmla="*/ 0 h 2644835"/>
              <a:gd name="connsiteX3" fmla="*/ 380939 w 546216"/>
              <a:gd name="connsiteY3" fmla="*/ 2548746 h 2644835"/>
              <a:gd name="connsiteX4" fmla="*/ 0 w 546216"/>
              <a:gd name="connsiteY4" fmla="*/ 2644835 h 2644835"/>
              <a:gd name="connsiteX0" fmla="*/ 0 w 555921"/>
              <a:gd name="connsiteY0" fmla="*/ 2628617 h 2628617"/>
              <a:gd name="connsiteX1" fmla="*/ 118539 w 555921"/>
              <a:gd name="connsiteY1" fmla="*/ 147818 h 2628617"/>
              <a:gd name="connsiteX2" fmla="*/ 555921 w 555921"/>
              <a:gd name="connsiteY2" fmla="*/ 0 h 2628617"/>
              <a:gd name="connsiteX3" fmla="*/ 380939 w 555921"/>
              <a:gd name="connsiteY3" fmla="*/ 2532528 h 2628617"/>
              <a:gd name="connsiteX4" fmla="*/ 0 w 555921"/>
              <a:gd name="connsiteY4" fmla="*/ 2628617 h 2628617"/>
              <a:gd name="connsiteX0" fmla="*/ 0 w 576685"/>
              <a:gd name="connsiteY0" fmla="*/ 2645447 h 2645447"/>
              <a:gd name="connsiteX1" fmla="*/ 139303 w 576685"/>
              <a:gd name="connsiteY1" fmla="*/ 147818 h 2645447"/>
              <a:gd name="connsiteX2" fmla="*/ 576685 w 576685"/>
              <a:gd name="connsiteY2" fmla="*/ 0 h 2645447"/>
              <a:gd name="connsiteX3" fmla="*/ 401703 w 576685"/>
              <a:gd name="connsiteY3" fmla="*/ 2532528 h 2645447"/>
              <a:gd name="connsiteX4" fmla="*/ 0 w 576685"/>
              <a:gd name="connsiteY4" fmla="*/ 2645447 h 2645447"/>
              <a:gd name="connsiteX0" fmla="*/ 0 w 578587"/>
              <a:gd name="connsiteY0" fmla="*/ 2609143 h 2609143"/>
              <a:gd name="connsiteX1" fmla="*/ 141205 w 578587"/>
              <a:gd name="connsiteY1" fmla="*/ 147818 h 2609143"/>
              <a:gd name="connsiteX2" fmla="*/ 578587 w 578587"/>
              <a:gd name="connsiteY2" fmla="*/ 0 h 2609143"/>
              <a:gd name="connsiteX3" fmla="*/ 403605 w 578587"/>
              <a:gd name="connsiteY3" fmla="*/ 2532528 h 2609143"/>
              <a:gd name="connsiteX4" fmla="*/ 0 w 578587"/>
              <a:gd name="connsiteY4" fmla="*/ 2609143 h 2609143"/>
              <a:gd name="connsiteX0" fmla="*/ 0 w 590258"/>
              <a:gd name="connsiteY0" fmla="*/ 2611722 h 2611722"/>
              <a:gd name="connsiteX1" fmla="*/ 152876 w 590258"/>
              <a:gd name="connsiteY1" fmla="*/ 147818 h 2611722"/>
              <a:gd name="connsiteX2" fmla="*/ 590258 w 590258"/>
              <a:gd name="connsiteY2" fmla="*/ 0 h 2611722"/>
              <a:gd name="connsiteX3" fmla="*/ 415276 w 590258"/>
              <a:gd name="connsiteY3" fmla="*/ 2532528 h 2611722"/>
              <a:gd name="connsiteX4" fmla="*/ 0 w 590258"/>
              <a:gd name="connsiteY4" fmla="*/ 2611722 h 2611722"/>
              <a:gd name="connsiteX0" fmla="*/ 0 w 582524"/>
              <a:gd name="connsiteY0" fmla="*/ 2624645 h 2624645"/>
              <a:gd name="connsiteX1" fmla="*/ 145142 w 582524"/>
              <a:gd name="connsiteY1" fmla="*/ 147818 h 2624645"/>
              <a:gd name="connsiteX2" fmla="*/ 582524 w 582524"/>
              <a:gd name="connsiteY2" fmla="*/ 0 h 2624645"/>
              <a:gd name="connsiteX3" fmla="*/ 407542 w 582524"/>
              <a:gd name="connsiteY3" fmla="*/ 2532528 h 2624645"/>
              <a:gd name="connsiteX4" fmla="*/ 0 w 582524"/>
              <a:gd name="connsiteY4" fmla="*/ 2624645 h 2624645"/>
              <a:gd name="connsiteX0" fmla="*/ 0 w 584301"/>
              <a:gd name="connsiteY0" fmla="*/ 2615287 h 2615287"/>
              <a:gd name="connsiteX1" fmla="*/ 146919 w 584301"/>
              <a:gd name="connsiteY1" fmla="*/ 147818 h 2615287"/>
              <a:gd name="connsiteX2" fmla="*/ 584301 w 584301"/>
              <a:gd name="connsiteY2" fmla="*/ 0 h 2615287"/>
              <a:gd name="connsiteX3" fmla="*/ 409319 w 584301"/>
              <a:gd name="connsiteY3" fmla="*/ 2532528 h 2615287"/>
              <a:gd name="connsiteX4" fmla="*/ 0 w 584301"/>
              <a:gd name="connsiteY4" fmla="*/ 2615287 h 2615287"/>
              <a:gd name="connsiteX0" fmla="*/ 0 w 593659"/>
              <a:gd name="connsiteY0" fmla="*/ 2617063 h 2617063"/>
              <a:gd name="connsiteX1" fmla="*/ 156277 w 593659"/>
              <a:gd name="connsiteY1" fmla="*/ 147818 h 2617063"/>
              <a:gd name="connsiteX2" fmla="*/ 593659 w 593659"/>
              <a:gd name="connsiteY2" fmla="*/ 0 h 2617063"/>
              <a:gd name="connsiteX3" fmla="*/ 418677 w 593659"/>
              <a:gd name="connsiteY3" fmla="*/ 2532528 h 2617063"/>
              <a:gd name="connsiteX4" fmla="*/ 0 w 593659"/>
              <a:gd name="connsiteY4" fmla="*/ 2617063 h 2617063"/>
              <a:gd name="connsiteX0" fmla="*/ 0 w 593659"/>
              <a:gd name="connsiteY0" fmla="*/ 2617063 h 2617063"/>
              <a:gd name="connsiteX1" fmla="*/ 152725 w 593659"/>
              <a:gd name="connsiteY1" fmla="*/ 129103 h 2617063"/>
              <a:gd name="connsiteX2" fmla="*/ 593659 w 593659"/>
              <a:gd name="connsiteY2" fmla="*/ 0 h 2617063"/>
              <a:gd name="connsiteX3" fmla="*/ 418677 w 593659"/>
              <a:gd name="connsiteY3" fmla="*/ 2532528 h 2617063"/>
              <a:gd name="connsiteX4" fmla="*/ 0 w 593659"/>
              <a:gd name="connsiteY4" fmla="*/ 2617063 h 2617063"/>
              <a:gd name="connsiteX0" fmla="*/ 0 w 593659"/>
              <a:gd name="connsiteY0" fmla="*/ 2617063 h 2617063"/>
              <a:gd name="connsiteX1" fmla="*/ 158531 w 593659"/>
              <a:gd name="connsiteY1" fmla="*/ 108611 h 2617063"/>
              <a:gd name="connsiteX2" fmla="*/ 593659 w 593659"/>
              <a:gd name="connsiteY2" fmla="*/ 0 h 2617063"/>
              <a:gd name="connsiteX3" fmla="*/ 418677 w 593659"/>
              <a:gd name="connsiteY3" fmla="*/ 2532528 h 2617063"/>
              <a:gd name="connsiteX4" fmla="*/ 0 w 593659"/>
              <a:gd name="connsiteY4" fmla="*/ 2617063 h 2617063"/>
              <a:gd name="connsiteX0" fmla="*/ 0 w 580923"/>
              <a:gd name="connsiteY0" fmla="*/ 2556475 h 2556475"/>
              <a:gd name="connsiteX1" fmla="*/ 158531 w 580923"/>
              <a:gd name="connsiteY1" fmla="*/ 48023 h 2556475"/>
              <a:gd name="connsiteX2" fmla="*/ 580923 w 580923"/>
              <a:gd name="connsiteY2" fmla="*/ 0 h 2556475"/>
              <a:gd name="connsiteX3" fmla="*/ 418677 w 580923"/>
              <a:gd name="connsiteY3" fmla="*/ 2471940 h 2556475"/>
              <a:gd name="connsiteX4" fmla="*/ 0 w 580923"/>
              <a:gd name="connsiteY4" fmla="*/ 2556475 h 2556475"/>
              <a:gd name="connsiteX0" fmla="*/ 0 w 580923"/>
              <a:gd name="connsiteY0" fmla="*/ 2556475 h 2556475"/>
              <a:gd name="connsiteX1" fmla="*/ 160545 w 580923"/>
              <a:gd name="connsiteY1" fmla="*/ 33098 h 2556475"/>
              <a:gd name="connsiteX2" fmla="*/ 580923 w 580923"/>
              <a:gd name="connsiteY2" fmla="*/ 0 h 2556475"/>
              <a:gd name="connsiteX3" fmla="*/ 418677 w 580923"/>
              <a:gd name="connsiteY3" fmla="*/ 2471940 h 2556475"/>
              <a:gd name="connsiteX4" fmla="*/ 0 w 580923"/>
              <a:gd name="connsiteY4" fmla="*/ 2556475 h 2556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923" h="2556475">
                <a:moveTo>
                  <a:pt x="0" y="2556475"/>
                </a:moveTo>
                <a:lnTo>
                  <a:pt x="160545" y="33098"/>
                </a:lnTo>
                <a:lnTo>
                  <a:pt x="580923" y="0"/>
                </a:lnTo>
                <a:lnTo>
                  <a:pt x="418677" y="2471940"/>
                </a:lnTo>
                <a:lnTo>
                  <a:pt x="0" y="2556475"/>
                </a:lnTo>
                <a:close/>
              </a:path>
            </a:pathLst>
          </a:custGeom>
          <a:solidFill>
            <a:srgbClr val="0000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Parallelogram 128">
            <a:extLst>
              <a:ext uri="{FF2B5EF4-FFF2-40B4-BE49-F238E27FC236}">
                <a16:creationId xmlns:a16="http://schemas.microsoft.com/office/drawing/2014/main" id="{304A60EF-B784-E016-20DA-1C997EF8CA88}"/>
              </a:ext>
            </a:extLst>
          </p:cNvPr>
          <p:cNvSpPr/>
          <p:nvPr/>
        </p:nvSpPr>
        <p:spPr>
          <a:xfrm rot="201047" flipH="1">
            <a:off x="6417288" y="479819"/>
            <a:ext cx="607244" cy="2457398"/>
          </a:xfrm>
          <a:custGeom>
            <a:avLst/>
            <a:gdLst>
              <a:gd name="connsiteX0" fmla="*/ 0 w 541082"/>
              <a:gd name="connsiteY0" fmla="*/ 2724001 h 2724001"/>
              <a:gd name="connsiteX1" fmla="*/ 135271 w 541082"/>
              <a:gd name="connsiteY1" fmla="*/ 0 h 2724001"/>
              <a:gd name="connsiteX2" fmla="*/ 541082 w 541082"/>
              <a:gd name="connsiteY2" fmla="*/ 0 h 2724001"/>
              <a:gd name="connsiteX3" fmla="*/ 405812 w 541082"/>
              <a:gd name="connsiteY3" fmla="*/ 2724001 h 2724001"/>
              <a:gd name="connsiteX4" fmla="*/ 0 w 541082"/>
              <a:gd name="connsiteY4" fmla="*/ 2724001 h 2724001"/>
              <a:gd name="connsiteX0" fmla="*/ 0 w 557128"/>
              <a:gd name="connsiteY0" fmla="*/ 2826425 h 2826425"/>
              <a:gd name="connsiteX1" fmla="*/ 135271 w 557128"/>
              <a:gd name="connsiteY1" fmla="*/ 102424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57128"/>
              <a:gd name="connsiteY0" fmla="*/ 2826425 h 2826425"/>
              <a:gd name="connsiteX1" fmla="*/ 124264 w 557128"/>
              <a:gd name="connsiteY1" fmla="*/ 176625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20930 w 572246"/>
              <a:gd name="connsiteY3" fmla="*/ 2826425 h 2911091"/>
              <a:gd name="connsiteX4" fmla="*/ 0 w 572246"/>
              <a:gd name="connsiteY4" fmla="*/ 2911091 h 2911091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09144 w 572246"/>
              <a:gd name="connsiteY3" fmla="*/ 2779517 h 2911091"/>
              <a:gd name="connsiteX4" fmla="*/ 0 w 572246"/>
              <a:gd name="connsiteY4" fmla="*/ 2911091 h 2911091"/>
              <a:gd name="connsiteX0" fmla="*/ 0 w 575425"/>
              <a:gd name="connsiteY0" fmla="*/ 2903803 h 2903803"/>
              <a:gd name="connsiteX1" fmla="*/ 139382 w 575425"/>
              <a:gd name="connsiteY1" fmla="*/ 169337 h 2903803"/>
              <a:gd name="connsiteX2" fmla="*/ 575425 w 575425"/>
              <a:gd name="connsiteY2" fmla="*/ 0 h 2903803"/>
              <a:gd name="connsiteX3" fmla="*/ 409144 w 575425"/>
              <a:gd name="connsiteY3" fmla="*/ 2772229 h 2903803"/>
              <a:gd name="connsiteX4" fmla="*/ 0 w 575425"/>
              <a:gd name="connsiteY4" fmla="*/ 2903803 h 2903803"/>
              <a:gd name="connsiteX0" fmla="*/ 0 w 569574"/>
              <a:gd name="connsiteY0" fmla="*/ 2831730 h 2831730"/>
              <a:gd name="connsiteX1" fmla="*/ 139382 w 569574"/>
              <a:gd name="connsiteY1" fmla="*/ 97264 h 2831730"/>
              <a:gd name="connsiteX2" fmla="*/ 569574 w 569574"/>
              <a:gd name="connsiteY2" fmla="*/ 0 h 2831730"/>
              <a:gd name="connsiteX3" fmla="*/ 409144 w 569574"/>
              <a:gd name="connsiteY3" fmla="*/ 2700156 h 2831730"/>
              <a:gd name="connsiteX4" fmla="*/ 0 w 569574"/>
              <a:gd name="connsiteY4" fmla="*/ 2831730 h 2831730"/>
              <a:gd name="connsiteX0" fmla="*/ 0 w 546828"/>
              <a:gd name="connsiteY0" fmla="*/ 2614367 h 2700156"/>
              <a:gd name="connsiteX1" fmla="*/ 116636 w 546828"/>
              <a:gd name="connsiteY1" fmla="*/ 97264 h 2700156"/>
              <a:gd name="connsiteX2" fmla="*/ 546828 w 546828"/>
              <a:gd name="connsiteY2" fmla="*/ 0 h 2700156"/>
              <a:gd name="connsiteX3" fmla="*/ 386398 w 546828"/>
              <a:gd name="connsiteY3" fmla="*/ 2700156 h 2700156"/>
              <a:gd name="connsiteX4" fmla="*/ 0 w 546828"/>
              <a:gd name="connsiteY4" fmla="*/ 2614367 h 2700156"/>
              <a:gd name="connsiteX0" fmla="*/ 0 w 546828"/>
              <a:gd name="connsiteY0" fmla="*/ 2614367 h 2614367"/>
              <a:gd name="connsiteX1" fmla="*/ 116636 w 546828"/>
              <a:gd name="connsiteY1" fmla="*/ 97264 h 2614367"/>
              <a:gd name="connsiteX2" fmla="*/ 546828 w 546828"/>
              <a:gd name="connsiteY2" fmla="*/ 0 h 2614367"/>
              <a:gd name="connsiteX3" fmla="*/ 406248 w 546828"/>
              <a:gd name="connsiteY3" fmla="*/ 2494322 h 2614367"/>
              <a:gd name="connsiteX4" fmla="*/ 0 w 546828"/>
              <a:gd name="connsiteY4" fmla="*/ 2614367 h 2614367"/>
              <a:gd name="connsiteX0" fmla="*/ 0 w 539026"/>
              <a:gd name="connsiteY0" fmla="*/ 2594280 h 2594280"/>
              <a:gd name="connsiteX1" fmla="*/ 108834 w 539026"/>
              <a:gd name="connsiteY1" fmla="*/ 97264 h 2594280"/>
              <a:gd name="connsiteX2" fmla="*/ 539026 w 539026"/>
              <a:gd name="connsiteY2" fmla="*/ 0 h 2594280"/>
              <a:gd name="connsiteX3" fmla="*/ 398446 w 539026"/>
              <a:gd name="connsiteY3" fmla="*/ 2494322 h 2594280"/>
              <a:gd name="connsiteX4" fmla="*/ 0 w 539026"/>
              <a:gd name="connsiteY4" fmla="*/ 2594280 h 2594280"/>
              <a:gd name="connsiteX0" fmla="*/ 0 w 539026"/>
              <a:gd name="connsiteY0" fmla="*/ 2594280 h 2594280"/>
              <a:gd name="connsiteX1" fmla="*/ 108834 w 539026"/>
              <a:gd name="connsiteY1" fmla="*/ 97264 h 2594280"/>
              <a:gd name="connsiteX2" fmla="*/ 539026 w 539026"/>
              <a:gd name="connsiteY2" fmla="*/ 0 h 2594280"/>
              <a:gd name="connsiteX3" fmla="*/ 380939 w 539026"/>
              <a:gd name="connsiteY3" fmla="*/ 2498191 h 2594280"/>
              <a:gd name="connsiteX4" fmla="*/ 0 w 539026"/>
              <a:gd name="connsiteY4" fmla="*/ 2594280 h 2594280"/>
              <a:gd name="connsiteX0" fmla="*/ 0 w 546216"/>
              <a:gd name="connsiteY0" fmla="*/ 2644835 h 2644835"/>
              <a:gd name="connsiteX1" fmla="*/ 108834 w 546216"/>
              <a:gd name="connsiteY1" fmla="*/ 147819 h 2644835"/>
              <a:gd name="connsiteX2" fmla="*/ 546216 w 546216"/>
              <a:gd name="connsiteY2" fmla="*/ 0 h 2644835"/>
              <a:gd name="connsiteX3" fmla="*/ 380939 w 546216"/>
              <a:gd name="connsiteY3" fmla="*/ 2548746 h 2644835"/>
              <a:gd name="connsiteX4" fmla="*/ 0 w 546216"/>
              <a:gd name="connsiteY4" fmla="*/ 2644835 h 2644835"/>
              <a:gd name="connsiteX0" fmla="*/ 0 w 546216"/>
              <a:gd name="connsiteY0" fmla="*/ 2644835 h 2644835"/>
              <a:gd name="connsiteX1" fmla="*/ 118539 w 546216"/>
              <a:gd name="connsiteY1" fmla="*/ 164036 h 2644835"/>
              <a:gd name="connsiteX2" fmla="*/ 546216 w 546216"/>
              <a:gd name="connsiteY2" fmla="*/ 0 h 2644835"/>
              <a:gd name="connsiteX3" fmla="*/ 380939 w 546216"/>
              <a:gd name="connsiteY3" fmla="*/ 2548746 h 2644835"/>
              <a:gd name="connsiteX4" fmla="*/ 0 w 546216"/>
              <a:gd name="connsiteY4" fmla="*/ 2644835 h 2644835"/>
              <a:gd name="connsiteX0" fmla="*/ 0 w 555921"/>
              <a:gd name="connsiteY0" fmla="*/ 2628617 h 2628617"/>
              <a:gd name="connsiteX1" fmla="*/ 118539 w 555921"/>
              <a:gd name="connsiteY1" fmla="*/ 147818 h 2628617"/>
              <a:gd name="connsiteX2" fmla="*/ 555921 w 555921"/>
              <a:gd name="connsiteY2" fmla="*/ 0 h 2628617"/>
              <a:gd name="connsiteX3" fmla="*/ 380939 w 555921"/>
              <a:gd name="connsiteY3" fmla="*/ 2532528 h 2628617"/>
              <a:gd name="connsiteX4" fmla="*/ 0 w 555921"/>
              <a:gd name="connsiteY4" fmla="*/ 2628617 h 2628617"/>
              <a:gd name="connsiteX0" fmla="*/ 0 w 576685"/>
              <a:gd name="connsiteY0" fmla="*/ 2645447 h 2645447"/>
              <a:gd name="connsiteX1" fmla="*/ 139303 w 576685"/>
              <a:gd name="connsiteY1" fmla="*/ 147818 h 2645447"/>
              <a:gd name="connsiteX2" fmla="*/ 576685 w 576685"/>
              <a:gd name="connsiteY2" fmla="*/ 0 h 2645447"/>
              <a:gd name="connsiteX3" fmla="*/ 401703 w 576685"/>
              <a:gd name="connsiteY3" fmla="*/ 2532528 h 2645447"/>
              <a:gd name="connsiteX4" fmla="*/ 0 w 576685"/>
              <a:gd name="connsiteY4" fmla="*/ 2645447 h 2645447"/>
              <a:gd name="connsiteX0" fmla="*/ 0 w 578587"/>
              <a:gd name="connsiteY0" fmla="*/ 2609143 h 2609143"/>
              <a:gd name="connsiteX1" fmla="*/ 141205 w 578587"/>
              <a:gd name="connsiteY1" fmla="*/ 147818 h 2609143"/>
              <a:gd name="connsiteX2" fmla="*/ 578587 w 578587"/>
              <a:gd name="connsiteY2" fmla="*/ 0 h 2609143"/>
              <a:gd name="connsiteX3" fmla="*/ 403605 w 578587"/>
              <a:gd name="connsiteY3" fmla="*/ 2532528 h 2609143"/>
              <a:gd name="connsiteX4" fmla="*/ 0 w 578587"/>
              <a:gd name="connsiteY4" fmla="*/ 2609143 h 2609143"/>
              <a:gd name="connsiteX0" fmla="*/ 0 w 590258"/>
              <a:gd name="connsiteY0" fmla="*/ 2611722 h 2611722"/>
              <a:gd name="connsiteX1" fmla="*/ 152876 w 590258"/>
              <a:gd name="connsiteY1" fmla="*/ 147818 h 2611722"/>
              <a:gd name="connsiteX2" fmla="*/ 590258 w 590258"/>
              <a:gd name="connsiteY2" fmla="*/ 0 h 2611722"/>
              <a:gd name="connsiteX3" fmla="*/ 415276 w 590258"/>
              <a:gd name="connsiteY3" fmla="*/ 2532528 h 2611722"/>
              <a:gd name="connsiteX4" fmla="*/ 0 w 590258"/>
              <a:gd name="connsiteY4" fmla="*/ 2611722 h 2611722"/>
              <a:gd name="connsiteX0" fmla="*/ 0 w 582524"/>
              <a:gd name="connsiteY0" fmla="*/ 2624645 h 2624645"/>
              <a:gd name="connsiteX1" fmla="*/ 145142 w 582524"/>
              <a:gd name="connsiteY1" fmla="*/ 147818 h 2624645"/>
              <a:gd name="connsiteX2" fmla="*/ 582524 w 582524"/>
              <a:gd name="connsiteY2" fmla="*/ 0 h 2624645"/>
              <a:gd name="connsiteX3" fmla="*/ 407542 w 582524"/>
              <a:gd name="connsiteY3" fmla="*/ 2532528 h 2624645"/>
              <a:gd name="connsiteX4" fmla="*/ 0 w 582524"/>
              <a:gd name="connsiteY4" fmla="*/ 2624645 h 2624645"/>
              <a:gd name="connsiteX0" fmla="*/ 0 w 584301"/>
              <a:gd name="connsiteY0" fmla="*/ 2615287 h 2615287"/>
              <a:gd name="connsiteX1" fmla="*/ 146919 w 584301"/>
              <a:gd name="connsiteY1" fmla="*/ 147818 h 2615287"/>
              <a:gd name="connsiteX2" fmla="*/ 584301 w 584301"/>
              <a:gd name="connsiteY2" fmla="*/ 0 h 2615287"/>
              <a:gd name="connsiteX3" fmla="*/ 409319 w 584301"/>
              <a:gd name="connsiteY3" fmla="*/ 2532528 h 2615287"/>
              <a:gd name="connsiteX4" fmla="*/ 0 w 584301"/>
              <a:gd name="connsiteY4" fmla="*/ 2615287 h 2615287"/>
              <a:gd name="connsiteX0" fmla="*/ 0 w 593659"/>
              <a:gd name="connsiteY0" fmla="*/ 2617063 h 2617063"/>
              <a:gd name="connsiteX1" fmla="*/ 156277 w 593659"/>
              <a:gd name="connsiteY1" fmla="*/ 147818 h 2617063"/>
              <a:gd name="connsiteX2" fmla="*/ 593659 w 593659"/>
              <a:gd name="connsiteY2" fmla="*/ 0 h 2617063"/>
              <a:gd name="connsiteX3" fmla="*/ 418677 w 593659"/>
              <a:gd name="connsiteY3" fmla="*/ 2532528 h 2617063"/>
              <a:gd name="connsiteX4" fmla="*/ 0 w 593659"/>
              <a:gd name="connsiteY4" fmla="*/ 2617063 h 2617063"/>
              <a:gd name="connsiteX0" fmla="*/ 0 w 593659"/>
              <a:gd name="connsiteY0" fmla="*/ 2617063 h 2617063"/>
              <a:gd name="connsiteX1" fmla="*/ 152725 w 593659"/>
              <a:gd name="connsiteY1" fmla="*/ 129103 h 2617063"/>
              <a:gd name="connsiteX2" fmla="*/ 593659 w 593659"/>
              <a:gd name="connsiteY2" fmla="*/ 0 h 2617063"/>
              <a:gd name="connsiteX3" fmla="*/ 418677 w 593659"/>
              <a:gd name="connsiteY3" fmla="*/ 2532528 h 2617063"/>
              <a:gd name="connsiteX4" fmla="*/ 0 w 593659"/>
              <a:gd name="connsiteY4" fmla="*/ 2617063 h 2617063"/>
              <a:gd name="connsiteX0" fmla="*/ 0 w 593659"/>
              <a:gd name="connsiteY0" fmla="*/ 2617063 h 2617063"/>
              <a:gd name="connsiteX1" fmla="*/ 158531 w 593659"/>
              <a:gd name="connsiteY1" fmla="*/ 108611 h 2617063"/>
              <a:gd name="connsiteX2" fmla="*/ 593659 w 593659"/>
              <a:gd name="connsiteY2" fmla="*/ 0 h 2617063"/>
              <a:gd name="connsiteX3" fmla="*/ 418677 w 593659"/>
              <a:gd name="connsiteY3" fmla="*/ 2532528 h 2617063"/>
              <a:gd name="connsiteX4" fmla="*/ 0 w 593659"/>
              <a:gd name="connsiteY4" fmla="*/ 2617063 h 2617063"/>
              <a:gd name="connsiteX0" fmla="*/ 0 w 580923"/>
              <a:gd name="connsiteY0" fmla="*/ 2556475 h 2556475"/>
              <a:gd name="connsiteX1" fmla="*/ 158531 w 580923"/>
              <a:gd name="connsiteY1" fmla="*/ 48023 h 2556475"/>
              <a:gd name="connsiteX2" fmla="*/ 580923 w 580923"/>
              <a:gd name="connsiteY2" fmla="*/ 0 h 2556475"/>
              <a:gd name="connsiteX3" fmla="*/ 418677 w 580923"/>
              <a:gd name="connsiteY3" fmla="*/ 2471940 h 2556475"/>
              <a:gd name="connsiteX4" fmla="*/ 0 w 580923"/>
              <a:gd name="connsiteY4" fmla="*/ 2556475 h 2556475"/>
              <a:gd name="connsiteX0" fmla="*/ 0 w 580923"/>
              <a:gd name="connsiteY0" fmla="*/ 2556475 h 2556475"/>
              <a:gd name="connsiteX1" fmla="*/ 160545 w 580923"/>
              <a:gd name="connsiteY1" fmla="*/ 33098 h 2556475"/>
              <a:gd name="connsiteX2" fmla="*/ 580923 w 580923"/>
              <a:gd name="connsiteY2" fmla="*/ 0 h 2556475"/>
              <a:gd name="connsiteX3" fmla="*/ 418677 w 580923"/>
              <a:gd name="connsiteY3" fmla="*/ 2471940 h 2556475"/>
              <a:gd name="connsiteX4" fmla="*/ 0 w 580923"/>
              <a:gd name="connsiteY4" fmla="*/ 2556475 h 2556475"/>
              <a:gd name="connsiteX0" fmla="*/ 0 w 593259"/>
              <a:gd name="connsiteY0" fmla="*/ 2441257 h 2471940"/>
              <a:gd name="connsiteX1" fmla="*/ 172881 w 593259"/>
              <a:gd name="connsiteY1" fmla="*/ 33098 h 2471940"/>
              <a:gd name="connsiteX2" fmla="*/ 593259 w 593259"/>
              <a:gd name="connsiteY2" fmla="*/ 0 h 2471940"/>
              <a:gd name="connsiteX3" fmla="*/ 431013 w 593259"/>
              <a:gd name="connsiteY3" fmla="*/ 2471940 h 2471940"/>
              <a:gd name="connsiteX4" fmla="*/ 0 w 593259"/>
              <a:gd name="connsiteY4" fmla="*/ 2441257 h 2471940"/>
              <a:gd name="connsiteX0" fmla="*/ 0 w 593259"/>
              <a:gd name="connsiteY0" fmla="*/ 2441257 h 2457398"/>
              <a:gd name="connsiteX1" fmla="*/ 172881 w 593259"/>
              <a:gd name="connsiteY1" fmla="*/ 33098 h 2457398"/>
              <a:gd name="connsiteX2" fmla="*/ 593259 w 593259"/>
              <a:gd name="connsiteY2" fmla="*/ 0 h 2457398"/>
              <a:gd name="connsiteX3" fmla="*/ 427094 w 593259"/>
              <a:gd name="connsiteY3" fmla="*/ 2457398 h 2457398"/>
              <a:gd name="connsiteX4" fmla="*/ 0 w 593259"/>
              <a:gd name="connsiteY4" fmla="*/ 2441257 h 2457398"/>
              <a:gd name="connsiteX0" fmla="*/ 0 w 598014"/>
              <a:gd name="connsiteY0" fmla="*/ 2440978 h 2457398"/>
              <a:gd name="connsiteX1" fmla="*/ 177636 w 598014"/>
              <a:gd name="connsiteY1" fmla="*/ 33098 h 2457398"/>
              <a:gd name="connsiteX2" fmla="*/ 598014 w 598014"/>
              <a:gd name="connsiteY2" fmla="*/ 0 h 2457398"/>
              <a:gd name="connsiteX3" fmla="*/ 431849 w 598014"/>
              <a:gd name="connsiteY3" fmla="*/ 2457398 h 2457398"/>
              <a:gd name="connsiteX4" fmla="*/ 0 w 598014"/>
              <a:gd name="connsiteY4" fmla="*/ 2440978 h 2457398"/>
              <a:gd name="connsiteX0" fmla="*/ 0 w 606966"/>
              <a:gd name="connsiteY0" fmla="*/ 2430913 h 2457398"/>
              <a:gd name="connsiteX1" fmla="*/ 186588 w 606966"/>
              <a:gd name="connsiteY1" fmla="*/ 33098 h 2457398"/>
              <a:gd name="connsiteX2" fmla="*/ 606966 w 606966"/>
              <a:gd name="connsiteY2" fmla="*/ 0 h 2457398"/>
              <a:gd name="connsiteX3" fmla="*/ 440801 w 606966"/>
              <a:gd name="connsiteY3" fmla="*/ 2457398 h 2457398"/>
              <a:gd name="connsiteX4" fmla="*/ 0 w 606966"/>
              <a:gd name="connsiteY4" fmla="*/ 2430913 h 2457398"/>
              <a:gd name="connsiteX0" fmla="*/ 0 w 607244"/>
              <a:gd name="connsiteY0" fmla="*/ 2435667 h 2457398"/>
              <a:gd name="connsiteX1" fmla="*/ 186866 w 607244"/>
              <a:gd name="connsiteY1" fmla="*/ 33098 h 2457398"/>
              <a:gd name="connsiteX2" fmla="*/ 607244 w 607244"/>
              <a:gd name="connsiteY2" fmla="*/ 0 h 2457398"/>
              <a:gd name="connsiteX3" fmla="*/ 441079 w 607244"/>
              <a:gd name="connsiteY3" fmla="*/ 2457398 h 2457398"/>
              <a:gd name="connsiteX4" fmla="*/ 0 w 607244"/>
              <a:gd name="connsiteY4" fmla="*/ 2435667 h 2457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244" h="2457398">
                <a:moveTo>
                  <a:pt x="0" y="2435667"/>
                </a:moveTo>
                <a:lnTo>
                  <a:pt x="186866" y="33098"/>
                </a:lnTo>
                <a:lnTo>
                  <a:pt x="607244" y="0"/>
                </a:lnTo>
                <a:lnTo>
                  <a:pt x="441079" y="2457398"/>
                </a:lnTo>
                <a:lnTo>
                  <a:pt x="0" y="2435667"/>
                </a:lnTo>
                <a:close/>
              </a:path>
            </a:pathLst>
          </a:custGeom>
          <a:solidFill>
            <a:srgbClr val="0000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Parallelogram 128">
            <a:extLst>
              <a:ext uri="{FF2B5EF4-FFF2-40B4-BE49-F238E27FC236}">
                <a16:creationId xmlns:a16="http://schemas.microsoft.com/office/drawing/2014/main" id="{59C110C4-10B5-2CE0-9E2E-E19BBB7E4F66}"/>
              </a:ext>
            </a:extLst>
          </p:cNvPr>
          <p:cNvSpPr/>
          <p:nvPr/>
        </p:nvSpPr>
        <p:spPr>
          <a:xfrm rot="10598953" flipH="1" flipV="1">
            <a:off x="5173000" y="477924"/>
            <a:ext cx="589161" cy="2464653"/>
          </a:xfrm>
          <a:custGeom>
            <a:avLst/>
            <a:gdLst>
              <a:gd name="connsiteX0" fmla="*/ 0 w 541082"/>
              <a:gd name="connsiteY0" fmla="*/ 2724001 h 2724001"/>
              <a:gd name="connsiteX1" fmla="*/ 135271 w 541082"/>
              <a:gd name="connsiteY1" fmla="*/ 0 h 2724001"/>
              <a:gd name="connsiteX2" fmla="*/ 541082 w 541082"/>
              <a:gd name="connsiteY2" fmla="*/ 0 h 2724001"/>
              <a:gd name="connsiteX3" fmla="*/ 405812 w 541082"/>
              <a:gd name="connsiteY3" fmla="*/ 2724001 h 2724001"/>
              <a:gd name="connsiteX4" fmla="*/ 0 w 541082"/>
              <a:gd name="connsiteY4" fmla="*/ 2724001 h 2724001"/>
              <a:gd name="connsiteX0" fmla="*/ 0 w 557128"/>
              <a:gd name="connsiteY0" fmla="*/ 2826425 h 2826425"/>
              <a:gd name="connsiteX1" fmla="*/ 135271 w 557128"/>
              <a:gd name="connsiteY1" fmla="*/ 102424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57128"/>
              <a:gd name="connsiteY0" fmla="*/ 2826425 h 2826425"/>
              <a:gd name="connsiteX1" fmla="*/ 124264 w 557128"/>
              <a:gd name="connsiteY1" fmla="*/ 176625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20930 w 572246"/>
              <a:gd name="connsiteY3" fmla="*/ 2826425 h 2911091"/>
              <a:gd name="connsiteX4" fmla="*/ 0 w 572246"/>
              <a:gd name="connsiteY4" fmla="*/ 2911091 h 2911091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09144 w 572246"/>
              <a:gd name="connsiteY3" fmla="*/ 2779517 h 2911091"/>
              <a:gd name="connsiteX4" fmla="*/ 0 w 572246"/>
              <a:gd name="connsiteY4" fmla="*/ 2911091 h 2911091"/>
              <a:gd name="connsiteX0" fmla="*/ 0 w 575425"/>
              <a:gd name="connsiteY0" fmla="*/ 2903803 h 2903803"/>
              <a:gd name="connsiteX1" fmla="*/ 139382 w 575425"/>
              <a:gd name="connsiteY1" fmla="*/ 169337 h 2903803"/>
              <a:gd name="connsiteX2" fmla="*/ 575425 w 575425"/>
              <a:gd name="connsiteY2" fmla="*/ 0 h 2903803"/>
              <a:gd name="connsiteX3" fmla="*/ 409144 w 575425"/>
              <a:gd name="connsiteY3" fmla="*/ 2772229 h 2903803"/>
              <a:gd name="connsiteX4" fmla="*/ 0 w 575425"/>
              <a:gd name="connsiteY4" fmla="*/ 2903803 h 2903803"/>
              <a:gd name="connsiteX0" fmla="*/ 0 w 569574"/>
              <a:gd name="connsiteY0" fmla="*/ 2831730 h 2831730"/>
              <a:gd name="connsiteX1" fmla="*/ 139382 w 569574"/>
              <a:gd name="connsiteY1" fmla="*/ 97264 h 2831730"/>
              <a:gd name="connsiteX2" fmla="*/ 569574 w 569574"/>
              <a:gd name="connsiteY2" fmla="*/ 0 h 2831730"/>
              <a:gd name="connsiteX3" fmla="*/ 409144 w 569574"/>
              <a:gd name="connsiteY3" fmla="*/ 2700156 h 2831730"/>
              <a:gd name="connsiteX4" fmla="*/ 0 w 569574"/>
              <a:gd name="connsiteY4" fmla="*/ 2831730 h 2831730"/>
              <a:gd name="connsiteX0" fmla="*/ 0 w 546828"/>
              <a:gd name="connsiteY0" fmla="*/ 2614367 h 2700156"/>
              <a:gd name="connsiteX1" fmla="*/ 116636 w 546828"/>
              <a:gd name="connsiteY1" fmla="*/ 97264 h 2700156"/>
              <a:gd name="connsiteX2" fmla="*/ 546828 w 546828"/>
              <a:gd name="connsiteY2" fmla="*/ 0 h 2700156"/>
              <a:gd name="connsiteX3" fmla="*/ 386398 w 546828"/>
              <a:gd name="connsiteY3" fmla="*/ 2700156 h 2700156"/>
              <a:gd name="connsiteX4" fmla="*/ 0 w 546828"/>
              <a:gd name="connsiteY4" fmla="*/ 2614367 h 2700156"/>
              <a:gd name="connsiteX0" fmla="*/ 0 w 546828"/>
              <a:gd name="connsiteY0" fmla="*/ 2614367 h 2614367"/>
              <a:gd name="connsiteX1" fmla="*/ 116636 w 546828"/>
              <a:gd name="connsiteY1" fmla="*/ 97264 h 2614367"/>
              <a:gd name="connsiteX2" fmla="*/ 546828 w 546828"/>
              <a:gd name="connsiteY2" fmla="*/ 0 h 2614367"/>
              <a:gd name="connsiteX3" fmla="*/ 406248 w 546828"/>
              <a:gd name="connsiteY3" fmla="*/ 2494322 h 2614367"/>
              <a:gd name="connsiteX4" fmla="*/ 0 w 546828"/>
              <a:gd name="connsiteY4" fmla="*/ 2614367 h 2614367"/>
              <a:gd name="connsiteX0" fmla="*/ 0 w 539026"/>
              <a:gd name="connsiteY0" fmla="*/ 2594280 h 2594280"/>
              <a:gd name="connsiteX1" fmla="*/ 108834 w 539026"/>
              <a:gd name="connsiteY1" fmla="*/ 97264 h 2594280"/>
              <a:gd name="connsiteX2" fmla="*/ 539026 w 539026"/>
              <a:gd name="connsiteY2" fmla="*/ 0 h 2594280"/>
              <a:gd name="connsiteX3" fmla="*/ 398446 w 539026"/>
              <a:gd name="connsiteY3" fmla="*/ 2494322 h 2594280"/>
              <a:gd name="connsiteX4" fmla="*/ 0 w 539026"/>
              <a:gd name="connsiteY4" fmla="*/ 2594280 h 2594280"/>
              <a:gd name="connsiteX0" fmla="*/ 0 w 539026"/>
              <a:gd name="connsiteY0" fmla="*/ 2594280 h 2594280"/>
              <a:gd name="connsiteX1" fmla="*/ 108834 w 539026"/>
              <a:gd name="connsiteY1" fmla="*/ 97264 h 2594280"/>
              <a:gd name="connsiteX2" fmla="*/ 539026 w 539026"/>
              <a:gd name="connsiteY2" fmla="*/ 0 h 2594280"/>
              <a:gd name="connsiteX3" fmla="*/ 380939 w 539026"/>
              <a:gd name="connsiteY3" fmla="*/ 2498191 h 2594280"/>
              <a:gd name="connsiteX4" fmla="*/ 0 w 539026"/>
              <a:gd name="connsiteY4" fmla="*/ 2594280 h 2594280"/>
              <a:gd name="connsiteX0" fmla="*/ 0 w 546216"/>
              <a:gd name="connsiteY0" fmla="*/ 2644835 h 2644835"/>
              <a:gd name="connsiteX1" fmla="*/ 108834 w 546216"/>
              <a:gd name="connsiteY1" fmla="*/ 147819 h 2644835"/>
              <a:gd name="connsiteX2" fmla="*/ 546216 w 546216"/>
              <a:gd name="connsiteY2" fmla="*/ 0 h 2644835"/>
              <a:gd name="connsiteX3" fmla="*/ 380939 w 546216"/>
              <a:gd name="connsiteY3" fmla="*/ 2548746 h 2644835"/>
              <a:gd name="connsiteX4" fmla="*/ 0 w 546216"/>
              <a:gd name="connsiteY4" fmla="*/ 2644835 h 2644835"/>
              <a:gd name="connsiteX0" fmla="*/ 0 w 546216"/>
              <a:gd name="connsiteY0" fmla="*/ 2644835 h 2644835"/>
              <a:gd name="connsiteX1" fmla="*/ 118539 w 546216"/>
              <a:gd name="connsiteY1" fmla="*/ 164036 h 2644835"/>
              <a:gd name="connsiteX2" fmla="*/ 546216 w 546216"/>
              <a:gd name="connsiteY2" fmla="*/ 0 h 2644835"/>
              <a:gd name="connsiteX3" fmla="*/ 380939 w 546216"/>
              <a:gd name="connsiteY3" fmla="*/ 2548746 h 2644835"/>
              <a:gd name="connsiteX4" fmla="*/ 0 w 546216"/>
              <a:gd name="connsiteY4" fmla="*/ 2644835 h 2644835"/>
              <a:gd name="connsiteX0" fmla="*/ 0 w 555921"/>
              <a:gd name="connsiteY0" fmla="*/ 2628617 h 2628617"/>
              <a:gd name="connsiteX1" fmla="*/ 118539 w 555921"/>
              <a:gd name="connsiteY1" fmla="*/ 147818 h 2628617"/>
              <a:gd name="connsiteX2" fmla="*/ 555921 w 555921"/>
              <a:gd name="connsiteY2" fmla="*/ 0 h 2628617"/>
              <a:gd name="connsiteX3" fmla="*/ 380939 w 555921"/>
              <a:gd name="connsiteY3" fmla="*/ 2532528 h 2628617"/>
              <a:gd name="connsiteX4" fmla="*/ 0 w 555921"/>
              <a:gd name="connsiteY4" fmla="*/ 2628617 h 2628617"/>
              <a:gd name="connsiteX0" fmla="*/ 0 w 576685"/>
              <a:gd name="connsiteY0" fmla="*/ 2645447 h 2645447"/>
              <a:gd name="connsiteX1" fmla="*/ 139303 w 576685"/>
              <a:gd name="connsiteY1" fmla="*/ 147818 h 2645447"/>
              <a:gd name="connsiteX2" fmla="*/ 576685 w 576685"/>
              <a:gd name="connsiteY2" fmla="*/ 0 h 2645447"/>
              <a:gd name="connsiteX3" fmla="*/ 401703 w 576685"/>
              <a:gd name="connsiteY3" fmla="*/ 2532528 h 2645447"/>
              <a:gd name="connsiteX4" fmla="*/ 0 w 576685"/>
              <a:gd name="connsiteY4" fmla="*/ 2645447 h 2645447"/>
              <a:gd name="connsiteX0" fmla="*/ 0 w 578587"/>
              <a:gd name="connsiteY0" fmla="*/ 2609143 h 2609143"/>
              <a:gd name="connsiteX1" fmla="*/ 141205 w 578587"/>
              <a:gd name="connsiteY1" fmla="*/ 147818 h 2609143"/>
              <a:gd name="connsiteX2" fmla="*/ 578587 w 578587"/>
              <a:gd name="connsiteY2" fmla="*/ 0 h 2609143"/>
              <a:gd name="connsiteX3" fmla="*/ 403605 w 578587"/>
              <a:gd name="connsiteY3" fmla="*/ 2532528 h 2609143"/>
              <a:gd name="connsiteX4" fmla="*/ 0 w 578587"/>
              <a:gd name="connsiteY4" fmla="*/ 2609143 h 2609143"/>
              <a:gd name="connsiteX0" fmla="*/ 0 w 590258"/>
              <a:gd name="connsiteY0" fmla="*/ 2611722 h 2611722"/>
              <a:gd name="connsiteX1" fmla="*/ 152876 w 590258"/>
              <a:gd name="connsiteY1" fmla="*/ 147818 h 2611722"/>
              <a:gd name="connsiteX2" fmla="*/ 590258 w 590258"/>
              <a:gd name="connsiteY2" fmla="*/ 0 h 2611722"/>
              <a:gd name="connsiteX3" fmla="*/ 415276 w 590258"/>
              <a:gd name="connsiteY3" fmla="*/ 2532528 h 2611722"/>
              <a:gd name="connsiteX4" fmla="*/ 0 w 590258"/>
              <a:gd name="connsiteY4" fmla="*/ 2611722 h 2611722"/>
              <a:gd name="connsiteX0" fmla="*/ 0 w 582524"/>
              <a:gd name="connsiteY0" fmla="*/ 2624645 h 2624645"/>
              <a:gd name="connsiteX1" fmla="*/ 145142 w 582524"/>
              <a:gd name="connsiteY1" fmla="*/ 147818 h 2624645"/>
              <a:gd name="connsiteX2" fmla="*/ 582524 w 582524"/>
              <a:gd name="connsiteY2" fmla="*/ 0 h 2624645"/>
              <a:gd name="connsiteX3" fmla="*/ 407542 w 582524"/>
              <a:gd name="connsiteY3" fmla="*/ 2532528 h 2624645"/>
              <a:gd name="connsiteX4" fmla="*/ 0 w 582524"/>
              <a:gd name="connsiteY4" fmla="*/ 2624645 h 2624645"/>
              <a:gd name="connsiteX0" fmla="*/ 0 w 584301"/>
              <a:gd name="connsiteY0" fmla="*/ 2615287 h 2615287"/>
              <a:gd name="connsiteX1" fmla="*/ 146919 w 584301"/>
              <a:gd name="connsiteY1" fmla="*/ 147818 h 2615287"/>
              <a:gd name="connsiteX2" fmla="*/ 584301 w 584301"/>
              <a:gd name="connsiteY2" fmla="*/ 0 h 2615287"/>
              <a:gd name="connsiteX3" fmla="*/ 409319 w 584301"/>
              <a:gd name="connsiteY3" fmla="*/ 2532528 h 2615287"/>
              <a:gd name="connsiteX4" fmla="*/ 0 w 584301"/>
              <a:gd name="connsiteY4" fmla="*/ 2615287 h 2615287"/>
              <a:gd name="connsiteX0" fmla="*/ 0 w 593659"/>
              <a:gd name="connsiteY0" fmla="*/ 2617063 h 2617063"/>
              <a:gd name="connsiteX1" fmla="*/ 156277 w 593659"/>
              <a:gd name="connsiteY1" fmla="*/ 147818 h 2617063"/>
              <a:gd name="connsiteX2" fmla="*/ 593659 w 593659"/>
              <a:gd name="connsiteY2" fmla="*/ 0 h 2617063"/>
              <a:gd name="connsiteX3" fmla="*/ 418677 w 593659"/>
              <a:gd name="connsiteY3" fmla="*/ 2532528 h 2617063"/>
              <a:gd name="connsiteX4" fmla="*/ 0 w 593659"/>
              <a:gd name="connsiteY4" fmla="*/ 2617063 h 2617063"/>
              <a:gd name="connsiteX0" fmla="*/ 0 w 593659"/>
              <a:gd name="connsiteY0" fmla="*/ 2617063 h 2617063"/>
              <a:gd name="connsiteX1" fmla="*/ 152725 w 593659"/>
              <a:gd name="connsiteY1" fmla="*/ 129103 h 2617063"/>
              <a:gd name="connsiteX2" fmla="*/ 593659 w 593659"/>
              <a:gd name="connsiteY2" fmla="*/ 0 h 2617063"/>
              <a:gd name="connsiteX3" fmla="*/ 418677 w 593659"/>
              <a:gd name="connsiteY3" fmla="*/ 2532528 h 2617063"/>
              <a:gd name="connsiteX4" fmla="*/ 0 w 593659"/>
              <a:gd name="connsiteY4" fmla="*/ 2617063 h 2617063"/>
              <a:gd name="connsiteX0" fmla="*/ 0 w 593659"/>
              <a:gd name="connsiteY0" fmla="*/ 2617063 h 2617063"/>
              <a:gd name="connsiteX1" fmla="*/ 158531 w 593659"/>
              <a:gd name="connsiteY1" fmla="*/ 108611 h 2617063"/>
              <a:gd name="connsiteX2" fmla="*/ 593659 w 593659"/>
              <a:gd name="connsiteY2" fmla="*/ 0 h 2617063"/>
              <a:gd name="connsiteX3" fmla="*/ 418677 w 593659"/>
              <a:gd name="connsiteY3" fmla="*/ 2532528 h 2617063"/>
              <a:gd name="connsiteX4" fmla="*/ 0 w 593659"/>
              <a:gd name="connsiteY4" fmla="*/ 2617063 h 2617063"/>
              <a:gd name="connsiteX0" fmla="*/ 0 w 580923"/>
              <a:gd name="connsiteY0" fmla="*/ 2556475 h 2556475"/>
              <a:gd name="connsiteX1" fmla="*/ 158531 w 580923"/>
              <a:gd name="connsiteY1" fmla="*/ 48023 h 2556475"/>
              <a:gd name="connsiteX2" fmla="*/ 580923 w 580923"/>
              <a:gd name="connsiteY2" fmla="*/ 0 h 2556475"/>
              <a:gd name="connsiteX3" fmla="*/ 418677 w 580923"/>
              <a:gd name="connsiteY3" fmla="*/ 2471940 h 2556475"/>
              <a:gd name="connsiteX4" fmla="*/ 0 w 580923"/>
              <a:gd name="connsiteY4" fmla="*/ 2556475 h 2556475"/>
              <a:gd name="connsiteX0" fmla="*/ 0 w 580923"/>
              <a:gd name="connsiteY0" fmla="*/ 2556475 h 2556475"/>
              <a:gd name="connsiteX1" fmla="*/ 160545 w 580923"/>
              <a:gd name="connsiteY1" fmla="*/ 33098 h 2556475"/>
              <a:gd name="connsiteX2" fmla="*/ 580923 w 580923"/>
              <a:gd name="connsiteY2" fmla="*/ 0 h 2556475"/>
              <a:gd name="connsiteX3" fmla="*/ 418677 w 580923"/>
              <a:gd name="connsiteY3" fmla="*/ 2471940 h 2556475"/>
              <a:gd name="connsiteX4" fmla="*/ 0 w 580923"/>
              <a:gd name="connsiteY4" fmla="*/ 2556475 h 2556475"/>
              <a:gd name="connsiteX0" fmla="*/ 0 w 593259"/>
              <a:gd name="connsiteY0" fmla="*/ 2441257 h 2471940"/>
              <a:gd name="connsiteX1" fmla="*/ 172881 w 593259"/>
              <a:gd name="connsiteY1" fmla="*/ 33098 h 2471940"/>
              <a:gd name="connsiteX2" fmla="*/ 593259 w 593259"/>
              <a:gd name="connsiteY2" fmla="*/ 0 h 2471940"/>
              <a:gd name="connsiteX3" fmla="*/ 431013 w 593259"/>
              <a:gd name="connsiteY3" fmla="*/ 2471940 h 2471940"/>
              <a:gd name="connsiteX4" fmla="*/ 0 w 593259"/>
              <a:gd name="connsiteY4" fmla="*/ 2441257 h 2471940"/>
              <a:gd name="connsiteX0" fmla="*/ 0 w 593259"/>
              <a:gd name="connsiteY0" fmla="*/ 2441257 h 2457398"/>
              <a:gd name="connsiteX1" fmla="*/ 172881 w 593259"/>
              <a:gd name="connsiteY1" fmla="*/ 33098 h 2457398"/>
              <a:gd name="connsiteX2" fmla="*/ 593259 w 593259"/>
              <a:gd name="connsiteY2" fmla="*/ 0 h 2457398"/>
              <a:gd name="connsiteX3" fmla="*/ 427094 w 593259"/>
              <a:gd name="connsiteY3" fmla="*/ 2457398 h 2457398"/>
              <a:gd name="connsiteX4" fmla="*/ 0 w 593259"/>
              <a:gd name="connsiteY4" fmla="*/ 2441257 h 2457398"/>
              <a:gd name="connsiteX0" fmla="*/ 0 w 598014"/>
              <a:gd name="connsiteY0" fmla="*/ 2440978 h 2457398"/>
              <a:gd name="connsiteX1" fmla="*/ 177636 w 598014"/>
              <a:gd name="connsiteY1" fmla="*/ 33098 h 2457398"/>
              <a:gd name="connsiteX2" fmla="*/ 598014 w 598014"/>
              <a:gd name="connsiteY2" fmla="*/ 0 h 2457398"/>
              <a:gd name="connsiteX3" fmla="*/ 431849 w 598014"/>
              <a:gd name="connsiteY3" fmla="*/ 2457398 h 2457398"/>
              <a:gd name="connsiteX4" fmla="*/ 0 w 598014"/>
              <a:gd name="connsiteY4" fmla="*/ 2440978 h 2457398"/>
              <a:gd name="connsiteX0" fmla="*/ 0 w 606966"/>
              <a:gd name="connsiteY0" fmla="*/ 2430913 h 2457398"/>
              <a:gd name="connsiteX1" fmla="*/ 186588 w 606966"/>
              <a:gd name="connsiteY1" fmla="*/ 33098 h 2457398"/>
              <a:gd name="connsiteX2" fmla="*/ 606966 w 606966"/>
              <a:gd name="connsiteY2" fmla="*/ 0 h 2457398"/>
              <a:gd name="connsiteX3" fmla="*/ 440801 w 606966"/>
              <a:gd name="connsiteY3" fmla="*/ 2457398 h 2457398"/>
              <a:gd name="connsiteX4" fmla="*/ 0 w 606966"/>
              <a:gd name="connsiteY4" fmla="*/ 2430913 h 2457398"/>
              <a:gd name="connsiteX0" fmla="*/ 0 w 607244"/>
              <a:gd name="connsiteY0" fmla="*/ 2435667 h 2457398"/>
              <a:gd name="connsiteX1" fmla="*/ 186866 w 607244"/>
              <a:gd name="connsiteY1" fmla="*/ 33098 h 2457398"/>
              <a:gd name="connsiteX2" fmla="*/ 607244 w 607244"/>
              <a:gd name="connsiteY2" fmla="*/ 0 h 2457398"/>
              <a:gd name="connsiteX3" fmla="*/ 441079 w 607244"/>
              <a:gd name="connsiteY3" fmla="*/ 2457398 h 2457398"/>
              <a:gd name="connsiteX4" fmla="*/ 0 w 607244"/>
              <a:gd name="connsiteY4" fmla="*/ 2435667 h 2457398"/>
              <a:gd name="connsiteX0" fmla="*/ 0 w 607244"/>
              <a:gd name="connsiteY0" fmla="*/ 2435667 h 2457398"/>
              <a:gd name="connsiteX1" fmla="*/ 186866 w 607244"/>
              <a:gd name="connsiteY1" fmla="*/ 33098 h 2457398"/>
              <a:gd name="connsiteX2" fmla="*/ 607244 w 607244"/>
              <a:gd name="connsiteY2" fmla="*/ 0 h 2457398"/>
              <a:gd name="connsiteX3" fmla="*/ 441079 w 607244"/>
              <a:gd name="connsiteY3" fmla="*/ 2457398 h 2457398"/>
              <a:gd name="connsiteX4" fmla="*/ 0 w 607244"/>
              <a:gd name="connsiteY4" fmla="*/ 2435667 h 2457398"/>
              <a:gd name="connsiteX0" fmla="*/ 0 w 607244"/>
              <a:gd name="connsiteY0" fmla="*/ 2435667 h 2464240"/>
              <a:gd name="connsiteX1" fmla="*/ 186866 w 607244"/>
              <a:gd name="connsiteY1" fmla="*/ 33098 h 2464240"/>
              <a:gd name="connsiteX2" fmla="*/ 607244 w 607244"/>
              <a:gd name="connsiteY2" fmla="*/ 0 h 2464240"/>
              <a:gd name="connsiteX3" fmla="*/ 437021 w 607244"/>
              <a:gd name="connsiteY3" fmla="*/ 2464240 h 2464240"/>
              <a:gd name="connsiteX4" fmla="*/ 0 w 607244"/>
              <a:gd name="connsiteY4" fmla="*/ 2435667 h 2464240"/>
              <a:gd name="connsiteX0" fmla="*/ 0 w 607244"/>
              <a:gd name="connsiteY0" fmla="*/ 2435667 h 2471908"/>
              <a:gd name="connsiteX1" fmla="*/ 186866 w 607244"/>
              <a:gd name="connsiteY1" fmla="*/ 33098 h 2471908"/>
              <a:gd name="connsiteX2" fmla="*/ 607244 w 607244"/>
              <a:gd name="connsiteY2" fmla="*/ 0 h 2471908"/>
              <a:gd name="connsiteX3" fmla="*/ 447494 w 607244"/>
              <a:gd name="connsiteY3" fmla="*/ 2471908 h 2471908"/>
              <a:gd name="connsiteX4" fmla="*/ 0 w 607244"/>
              <a:gd name="connsiteY4" fmla="*/ 2435667 h 2471908"/>
              <a:gd name="connsiteX0" fmla="*/ 0 w 607244"/>
              <a:gd name="connsiteY0" fmla="*/ 2435667 h 2464653"/>
              <a:gd name="connsiteX1" fmla="*/ 186866 w 607244"/>
              <a:gd name="connsiteY1" fmla="*/ 33098 h 2464653"/>
              <a:gd name="connsiteX2" fmla="*/ 607244 w 607244"/>
              <a:gd name="connsiteY2" fmla="*/ 0 h 2464653"/>
              <a:gd name="connsiteX3" fmla="*/ 444287 w 607244"/>
              <a:gd name="connsiteY3" fmla="*/ 2464653 h 2464653"/>
              <a:gd name="connsiteX4" fmla="*/ 0 w 607244"/>
              <a:gd name="connsiteY4" fmla="*/ 2435667 h 2464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244" h="2464653">
                <a:moveTo>
                  <a:pt x="0" y="2435667"/>
                </a:moveTo>
                <a:lnTo>
                  <a:pt x="186866" y="33098"/>
                </a:lnTo>
                <a:lnTo>
                  <a:pt x="607244" y="0"/>
                </a:lnTo>
                <a:lnTo>
                  <a:pt x="444287" y="2464653"/>
                </a:lnTo>
                <a:lnTo>
                  <a:pt x="0" y="2435667"/>
                </a:lnTo>
                <a:close/>
              </a:path>
            </a:pathLst>
          </a:custGeom>
          <a:solidFill>
            <a:schemeClr val="accent6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Parallelogram 128">
            <a:extLst>
              <a:ext uri="{FF2B5EF4-FFF2-40B4-BE49-F238E27FC236}">
                <a16:creationId xmlns:a16="http://schemas.microsoft.com/office/drawing/2014/main" id="{420B0CA9-B55A-8A43-18EA-A6A1EABD159F}"/>
              </a:ext>
            </a:extLst>
          </p:cNvPr>
          <p:cNvSpPr/>
          <p:nvPr/>
        </p:nvSpPr>
        <p:spPr>
          <a:xfrm rot="20955139" flipH="1">
            <a:off x="5488095" y="453302"/>
            <a:ext cx="580923" cy="2556475"/>
          </a:xfrm>
          <a:custGeom>
            <a:avLst/>
            <a:gdLst>
              <a:gd name="connsiteX0" fmla="*/ 0 w 541082"/>
              <a:gd name="connsiteY0" fmla="*/ 2724001 h 2724001"/>
              <a:gd name="connsiteX1" fmla="*/ 135271 w 541082"/>
              <a:gd name="connsiteY1" fmla="*/ 0 h 2724001"/>
              <a:gd name="connsiteX2" fmla="*/ 541082 w 541082"/>
              <a:gd name="connsiteY2" fmla="*/ 0 h 2724001"/>
              <a:gd name="connsiteX3" fmla="*/ 405812 w 541082"/>
              <a:gd name="connsiteY3" fmla="*/ 2724001 h 2724001"/>
              <a:gd name="connsiteX4" fmla="*/ 0 w 541082"/>
              <a:gd name="connsiteY4" fmla="*/ 2724001 h 2724001"/>
              <a:gd name="connsiteX0" fmla="*/ 0 w 557128"/>
              <a:gd name="connsiteY0" fmla="*/ 2826425 h 2826425"/>
              <a:gd name="connsiteX1" fmla="*/ 135271 w 557128"/>
              <a:gd name="connsiteY1" fmla="*/ 102424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57128"/>
              <a:gd name="connsiteY0" fmla="*/ 2826425 h 2826425"/>
              <a:gd name="connsiteX1" fmla="*/ 124264 w 557128"/>
              <a:gd name="connsiteY1" fmla="*/ 176625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20930 w 572246"/>
              <a:gd name="connsiteY3" fmla="*/ 2826425 h 2911091"/>
              <a:gd name="connsiteX4" fmla="*/ 0 w 572246"/>
              <a:gd name="connsiteY4" fmla="*/ 2911091 h 2911091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09144 w 572246"/>
              <a:gd name="connsiteY3" fmla="*/ 2779517 h 2911091"/>
              <a:gd name="connsiteX4" fmla="*/ 0 w 572246"/>
              <a:gd name="connsiteY4" fmla="*/ 2911091 h 2911091"/>
              <a:gd name="connsiteX0" fmla="*/ 0 w 575425"/>
              <a:gd name="connsiteY0" fmla="*/ 2903803 h 2903803"/>
              <a:gd name="connsiteX1" fmla="*/ 139382 w 575425"/>
              <a:gd name="connsiteY1" fmla="*/ 169337 h 2903803"/>
              <a:gd name="connsiteX2" fmla="*/ 575425 w 575425"/>
              <a:gd name="connsiteY2" fmla="*/ 0 h 2903803"/>
              <a:gd name="connsiteX3" fmla="*/ 409144 w 575425"/>
              <a:gd name="connsiteY3" fmla="*/ 2772229 h 2903803"/>
              <a:gd name="connsiteX4" fmla="*/ 0 w 575425"/>
              <a:gd name="connsiteY4" fmla="*/ 2903803 h 2903803"/>
              <a:gd name="connsiteX0" fmla="*/ 0 w 569574"/>
              <a:gd name="connsiteY0" fmla="*/ 2831730 h 2831730"/>
              <a:gd name="connsiteX1" fmla="*/ 139382 w 569574"/>
              <a:gd name="connsiteY1" fmla="*/ 97264 h 2831730"/>
              <a:gd name="connsiteX2" fmla="*/ 569574 w 569574"/>
              <a:gd name="connsiteY2" fmla="*/ 0 h 2831730"/>
              <a:gd name="connsiteX3" fmla="*/ 409144 w 569574"/>
              <a:gd name="connsiteY3" fmla="*/ 2700156 h 2831730"/>
              <a:gd name="connsiteX4" fmla="*/ 0 w 569574"/>
              <a:gd name="connsiteY4" fmla="*/ 2831730 h 2831730"/>
              <a:gd name="connsiteX0" fmla="*/ 0 w 546828"/>
              <a:gd name="connsiteY0" fmla="*/ 2614367 h 2700156"/>
              <a:gd name="connsiteX1" fmla="*/ 116636 w 546828"/>
              <a:gd name="connsiteY1" fmla="*/ 97264 h 2700156"/>
              <a:gd name="connsiteX2" fmla="*/ 546828 w 546828"/>
              <a:gd name="connsiteY2" fmla="*/ 0 h 2700156"/>
              <a:gd name="connsiteX3" fmla="*/ 386398 w 546828"/>
              <a:gd name="connsiteY3" fmla="*/ 2700156 h 2700156"/>
              <a:gd name="connsiteX4" fmla="*/ 0 w 546828"/>
              <a:gd name="connsiteY4" fmla="*/ 2614367 h 2700156"/>
              <a:gd name="connsiteX0" fmla="*/ 0 w 546828"/>
              <a:gd name="connsiteY0" fmla="*/ 2614367 h 2614367"/>
              <a:gd name="connsiteX1" fmla="*/ 116636 w 546828"/>
              <a:gd name="connsiteY1" fmla="*/ 97264 h 2614367"/>
              <a:gd name="connsiteX2" fmla="*/ 546828 w 546828"/>
              <a:gd name="connsiteY2" fmla="*/ 0 h 2614367"/>
              <a:gd name="connsiteX3" fmla="*/ 406248 w 546828"/>
              <a:gd name="connsiteY3" fmla="*/ 2494322 h 2614367"/>
              <a:gd name="connsiteX4" fmla="*/ 0 w 546828"/>
              <a:gd name="connsiteY4" fmla="*/ 2614367 h 2614367"/>
              <a:gd name="connsiteX0" fmla="*/ 0 w 539026"/>
              <a:gd name="connsiteY0" fmla="*/ 2594280 h 2594280"/>
              <a:gd name="connsiteX1" fmla="*/ 108834 w 539026"/>
              <a:gd name="connsiteY1" fmla="*/ 97264 h 2594280"/>
              <a:gd name="connsiteX2" fmla="*/ 539026 w 539026"/>
              <a:gd name="connsiteY2" fmla="*/ 0 h 2594280"/>
              <a:gd name="connsiteX3" fmla="*/ 398446 w 539026"/>
              <a:gd name="connsiteY3" fmla="*/ 2494322 h 2594280"/>
              <a:gd name="connsiteX4" fmla="*/ 0 w 539026"/>
              <a:gd name="connsiteY4" fmla="*/ 2594280 h 2594280"/>
              <a:gd name="connsiteX0" fmla="*/ 0 w 539026"/>
              <a:gd name="connsiteY0" fmla="*/ 2594280 h 2594280"/>
              <a:gd name="connsiteX1" fmla="*/ 108834 w 539026"/>
              <a:gd name="connsiteY1" fmla="*/ 97264 h 2594280"/>
              <a:gd name="connsiteX2" fmla="*/ 539026 w 539026"/>
              <a:gd name="connsiteY2" fmla="*/ 0 h 2594280"/>
              <a:gd name="connsiteX3" fmla="*/ 380939 w 539026"/>
              <a:gd name="connsiteY3" fmla="*/ 2498191 h 2594280"/>
              <a:gd name="connsiteX4" fmla="*/ 0 w 539026"/>
              <a:gd name="connsiteY4" fmla="*/ 2594280 h 2594280"/>
              <a:gd name="connsiteX0" fmla="*/ 0 w 546216"/>
              <a:gd name="connsiteY0" fmla="*/ 2644835 h 2644835"/>
              <a:gd name="connsiteX1" fmla="*/ 108834 w 546216"/>
              <a:gd name="connsiteY1" fmla="*/ 147819 h 2644835"/>
              <a:gd name="connsiteX2" fmla="*/ 546216 w 546216"/>
              <a:gd name="connsiteY2" fmla="*/ 0 h 2644835"/>
              <a:gd name="connsiteX3" fmla="*/ 380939 w 546216"/>
              <a:gd name="connsiteY3" fmla="*/ 2548746 h 2644835"/>
              <a:gd name="connsiteX4" fmla="*/ 0 w 546216"/>
              <a:gd name="connsiteY4" fmla="*/ 2644835 h 2644835"/>
              <a:gd name="connsiteX0" fmla="*/ 0 w 546216"/>
              <a:gd name="connsiteY0" fmla="*/ 2644835 h 2644835"/>
              <a:gd name="connsiteX1" fmla="*/ 118539 w 546216"/>
              <a:gd name="connsiteY1" fmla="*/ 164036 h 2644835"/>
              <a:gd name="connsiteX2" fmla="*/ 546216 w 546216"/>
              <a:gd name="connsiteY2" fmla="*/ 0 h 2644835"/>
              <a:gd name="connsiteX3" fmla="*/ 380939 w 546216"/>
              <a:gd name="connsiteY3" fmla="*/ 2548746 h 2644835"/>
              <a:gd name="connsiteX4" fmla="*/ 0 w 546216"/>
              <a:gd name="connsiteY4" fmla="*/ 2644835 h 2644835"/>
              <a:gd name="connsiteX0" fmla="*/ 0 w 555921"/>
              <a:gd name="connsiteY0" fmla="*/ 2628617 h 2628617"/>
              <a:gd name="connsiteX1" fmla="*/ 118539 w 555921"/>
              <a:gd name="connsiteY1" fmla="*/ 147818 h 2628617"/>
              <a:gd name="connsiteX2" fmla="*/ 555921 w 555921"/>
              <a:gd name="connsiteY2" fmla="*/ 0 h 2628617"/>
              <a:gd name="connsiteX3" fmla="*/ 380939 w 555921"/>
              <a:gd name="connsiteY3" fmla="*/ 2532528 h 2628617"/>
              <a:gd name="connsiteX4" fmla="*/ 0 w 555921"/>
              <a:gd name="connsiteY4" fmla="*/ 2628617 h 2628617"/>
              <a:gd name="connsiteX0" fmla="*/ 0 w 576685"/>
              <a:gd name="connsiteY0" fmla="*/ 2645447 h 2645447"/>
              <a:gd name="connsiteX1" fmla="*/ 139303 w 576685"/>
              <a:gd name="connsiteY1" fmla="*/ 147818 h 2645447"/>
              <a:gd name="connsiteX2" fmla="*/ 576685 w 576685"/>
              <a:gd name="connsiteY2" fmla="*/ 0 h 2645447"/>
              <a:gd name="connsiteX3" fmla="*/ 401703 w 576685"/>
              <a:gd name="connsiteY3" fmla="*/ 2532528 h 2645447"/>
              <a:gd name="connsiteX4" fmla="*/ 0 w 576685"/>
              <a:gd name="connsiteY4" fmla="*/ 2645447 h 2645447"/>
              <a:gd name="connsiteX0" fmla="*/ 0 w 578587"/>
              <a:gd name="connsiteY0" fmla="*/ 2609143 h 2609143"/>
              <a:gd name="connsiteX1" fmla="*/ 141205 w 578587"/>
              <a:gd name="connsiteY1" fmla="*/ 147818 h 2609143"/>
              <a:gd name="connsiteX2" fmla="*/ 578587 w 578587"/>
              <a:gd name="connsiteY2" fmla="*/ 0 h 2609143"/>
              <a:gd name="connsiteX3" fmla="*/ 403605 w 578587"/>
              <a:gd name="connsiteY3" fmla="*/ 2532528 h 2609143"/>
              <a:gd name="connsiteX4" fmla="*/ 0 w 578587"/>
              <a:gd name="connsiteY4" fmla="*/ 2609143 h 2609143"/>
              <a:gd name="connsiteX0" fmla="*/ 0 w 590258"/>
              <a:gd name="connsiteY0" fmla="*/ 2611722 h 2611722"/>
              <a:gd name="connsiteX1" fmla="*/ 152876 w 590258"/>
              <a:gd name="connsiteY1" fmla="*/ 147818 h 2611722"/>
              <a:gd name="connsiteX2" fmla="*/ 590258 w 590258"/>
              <a:gd name="connsiteY2" fmla="*/ 0 h 2611722"/>
              <a:gd name="connsiteX3" fmla="*/ 415276 w 590258"/>
              <a:gd name="connsiteY3" fmla="*/ 2532528 h 2611722"/>
              <a:gd name="connsiteX4" fmla="*/ 0 w 590258"/>
              <a:gd name="connsiteY4" fmla="*/ 2611722 h 2611722"/>
              <a:gd name="connsiteX0" fmla="*/ 0 w 582524"/>
              <a:gd name="connsiteY0" fmla="*/ 2624645 h 2624645"/>
              <a:gd name="connsiteX1" fmla="*/ 145142 w 582524"/>
              <a:gd name="connsiteY1" fmla="*/ 147818 h 2624645"/>
              <a:gd name="connsiteX2" fmla="*/ 582524 w 582524"/>
              <a:gd name="connsiteY2" fmla="*/ 0 h 2624645"/>
              <a:gd name="connsiteX3" fmla="*/ 407542 w 582524"/>
              <a:gd name="connsiteY3" fmla="*/ 2532528 h 2624645"/>
              <a:gd name="connsiteX4" fmla="*/ 0 w 582524"/>
              <a:gd name="connsiteY4" fmla="*/ 2624645 h 2624645"/>
              <a:gd name="connsiteX0" fmla="*/ 0 w 584301"/>
              <a:gd name="connsiteY0" fmla="*/ 2615287 h 2615287"/>
              <a:gd name="connsiteX1" fmla="*/ 146919 w 584301"/>
              <a:gd name="connsiteY1" fmla="*/ 147818 h 2615287"/>
              <a:gd name="connsiteX2" fmla="*/ 584301 w 584301"/>
              <a:gd name="connsiteY2" fmla="*/ 0 h 2615287"/>
              <a:gd name="connsiteX3" fmla="*/ 409319 w 584301"/>
              <a:gd name="connsiteY3" fmla="*/ 2532528 h 2615287"/>
              <a:gd name="connsiteX4" fmla="*/ 0 w 584301"/>
              <a:gd name="connsiteY4" fmla="*/ 2615287 h 2615287"/>
              <a:gd name="connsiteX0" fmla="*/ 0 w 593659"/>
              <a:gd name="connsiteY0" fmla="*/ 2617063 h 2617063"/>
              <a:gd name="connsiteX1" fmla="*/ 156277 w 593659"/>
              <a:gd name="connsiteY1" fmla="*/ 147818 h 2617063"/>
              <a:gd name="connsiteX2" fmla="*/ 593659 w 593659"/>
              <a:gd name="connsiteY2" fmla="*/ 0 h 2617063"/>
              <a:gd name="connsiteX3" fmla="*/ 418677 w 593659"/>
              <a:gd name="connsiteY3" fmla="*/ 2532528 h 2617063"/>
              <a:gd name="connsiteX4" fmla="*/ 0 w 593659"/>
              <a:gd name="connsiteY4" fmla="*/ 2617063 h 2617063"/>
              <a:gd name="connsiteX0" fmla="*/ 0 w 593659"/>
              <a:gd name="connsiteY0" fmla="*/ 2617063 h 2617063"/>
              <a:gd name="connsiteX1" fmla="*/ 152725 w 593659"/>
              <a:gd name="connsiteY1" fmla="*/ 129103 h 2617063"/>
              <a:gd name="connsiteX2" fmla="*/ 593659 w 593659"/>
              <a:gd name="connsiteY2" fmla="*/ 0 h 2617063"/>
              <a:gd name="connsiteX3" fmla="*/ 418677 w 593659"/>
              <a:gd name="connsiteY3" fmla="*/ 2532528 h 2617063"/>
              <a:gd name="connsiteX4" fmla="*/ 0 w 593659"/>
              <a:gd name="connsiteY4" fmla="*/ 2617063 h 2617063"/>
              <a:gd name="connsiteX0" fmla="*/ 0 w 593659"/>
              <a:gd name="connsiteY0" fmla="*/ 2617063 h 2617063"/>
              <a:gd name="connsiteX1" fmla="*/ 158531 w 593659"/>
              <a:gd name="connsiteY1" fmla="*/ 108611 h 2617063"/>
              <a:gd name="connsiteX2" fmla="*/ 593659 w 593659"/>
              <a:gd name="connsiteY2" fmla="*/ 0 h 2617063"/>
              <a:gd name="connsiteX3" fmla="*/ 418677 w 593659"/>
              <a:gd name="connsiteY3" fmla="*/ 2532528 h 2617063"/>
              <a:gd name="connsiteX4" fmla="*/ 0 w 593659"/>
              <a:gd name="connsiteY4" fmla="*/ 2617063 h 2617063"/>
              <a:gd name="connsiteX0" fmla="*/ 0 w 580923"/>
              <a:gd name="connsiteY0" fmla="*/ 2556475 h 2556475"/>
              <a:gd name="connsiteX1" fmla="*/ 158531 w 580923"/>
              <a:gd name="connsiteY1" fmla="*/ 48023 h 2556475"/>
              <a:gd name="connsiteX2" fmla="*/ 580923 w 580923"/>
              <a:gd name="connsiteY2" fmla="*/ 0 h 2556475"/>
              <a:gd name="connsiteX3" fmla="*/ 418677 w 580923"/>
              <a:gd name="connsiteY3" fmla="*/ 2471940 h 2556475"/>
              <a:gd name="connsiteX4" fmla="*/ 0 w 580923"/>
              <a:gd name="connsiteY4" fmla="*/ 2556475 h 2556475"/>
              <a:gd name="connsiteX0" fmla="*/ 0 w 580923"/>
              <a:gd name="connsiteY0" fmla="*/ 2556475 h 2556475"/>
              <a:gd name="connsiteX1" fmla="*/ 160545 w 580923"/>
              <a:gd name="connsiteY1" fmla="*/ 33098 h 2556475"/>
              <a:gd name="connsiteX2" fmla="*/ 580923 w 580923"/>
              <a:gd name="connsiteY2" fmla="*/ 0 h 2556475"/>
              <a:gd name="connsiteX3" fmla="*/ 418677 w 580923"/>
              <a:gd name="connsiteY3" fmla="*/ 2471940 h 2556475"/>
              <a:gd name="connsiteX4" fmla="*/ 0 w 580923"/>
              <a:gd name="connsiteY4" fmla="*/ 2556475 h 2556475"/>
              <a:gd name="connsiteX0" fmla="*/ 0 w 580923"/>
              <a:gd name="connsiteY0" fmla="*/ 2556475 h 2556475"/>
              <a:gd name="connsiteX1" fmla="*/ 160545 w 580923"/>
              <a:gd name="connsiteY1" fmla="*/ 33098 h 2556475"/>
              <a:gd name="connsiteX2" fmla="*/ 580923 w 580923"/>
              <a:gd name="connsiteY2" fmla="*/ 0 h 2556475"/>
              <a:gd name="connsiteX3" fmla="*/ 424121 w 580923"/>
              <a:gd name="connsiteY3" fmla="*/ 2481688 h 2556475"/>
              <a:gd name="connsiteX4" fmla="*/ 0 w 580923"/>
              <a:gd name="connsiteY4" fmla="*/ 2556475 h 2556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923" h="2556475">
                <a:moveTo>
                  <a:pt x="0" y="2556475"/>
                </a:moveTo>
                <a:lnTo>
                  <a:pt x="160545" y="33098"/>
                </a:lnTo>
                <a:lnTo>
                  <a:pt x="580923" y="0"/>
                </a:lnTo>
                <a:lnTo>
                  <a:pt x="424121" y="2481688"/>
                </a:lnTo>
                <a:lnTo>
                  <a:pt x="0" y="2556475"/>
                </a:lnTo>
                <a:close/>
              </a:path>
            </a:pathLst>
          </a:custGeom>
          <a:solidFill>
            <a:schemeClr val="accent6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Parallelogram 128">
            <a:extLst>
              <a:ext uri="{FF2B5EF4-FFF2-40B4-BE49-F238E27FC236}">
                <a16:creationId xmlns:a16="http://schemas.microsoft.com/office/drawing/2014/main" id="{30D308DB-9801-7576-DFB9-0B60B9CFEE21}"/>
              </a:ext>
            </a:extLst>
          </p:cNvPr>
          <p:cNvSpPr/>
          <p:nvPr/>
        </p:nvSpPr>
        <p:spPr>
          <a:xfrm rot="20852333" flipH="1">
            <a:off x="6742606" y="399547"/>
            <a:ext cx="582524" cy="2624645"/>
          </a:xfrm>
          <a:custGeom>
            <a:avLst/>
            <a:gdLst>
              <a:gd name="connsiteX0" fmla="*/ 0 w 541082"/>
              <a:gd name="connsiteY0" fmla="*/ 2724001 h 2724001"/>
              <a:gd name="connsiteX1" fmla="*/ 135271 w 541082"/>
              <a:gd name="connsiteY1" fmla="*/ 0 h 2724001"/>
              <a:gd name="connsiteX2" fmla="*/ 541082 w 541082"/>
              <a:gd name="connsiteY2" fmla="*/ 0 h 2724001"/>
              <a:gd name="connsiteX3" fmla="*/ 405812 w 541082"/>
              <a:gd name="connsiteY3" fmla="*/ 2724001 h 2724001"/>
              <a:gd name="connsiteX4" fmla="*/ 0 w 541082"/>
              <a:gd name="connsiteY4" fmla="*/ 2724001 h 2724001"/>
              <a:gd name="connsiteX0" fmla="*/ 0 w 557128"/>
              <a:gd name="connsiteY0" fmla="*/ 2826425 h 2826425"/>
              <a:gd name="connsiteX1" fmla="*/ 135271 w 557128"/>
              <a:gd name="connsiteY1" fmla="*/ 102424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57128"/>
              <a:gd name="connsiteY0" fmla="*/ 2826425 h 2826425"/>
              <a:gd name="connsiteX1" fmla="*/ 124264 w 557128"/>
              <a:gd name="connsiteY1" fmla="*/ 176625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20930 w 572246"/>
              <a:gd name="connsiteY3" fmla="*/ 2826425 h 2911091"/>
              <a:gd name="connsiteX4" fmla="*/ 0 w 572246"/>
              <a:gd name="connsiteY4" fmla="*/ 2911091 h 2911091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09144 w 572246"/>
              <a:gd name="connsiteY3" fmla="*/ 2779517 h 2911091"/>
              <a:gd name="connsiteX4" fmla="*/ 0 w 572246"/>
              <a:gd name="connsiteY4" fmla="*/ 2911091 h 2911091"/>
              <a:gd name="connsiteX0" fmla="*/ 0 w 575425"/>
              <a:gd name="connsiteY0" fmla="*/ 2903803 h 2903803"/>
              <a:gd name="connsiteX1" fmla="*/ 139382 w 575425"/>
              <a:gd name="connsiteY1" fmla="*/ 169337 h 2903803"/>
              <a:gd name="connsiteX2" fmla="*/ 575425 w 575425"/>
              <a:gd name="connsiteY2" fmla="*/ 0 h 2903803"/>
              <a:gd name="connsiteX3" fmla="*/ 409144 w 575425"/>
              <a:gd name="connsiteY3" fmla="*/ 2772229 h 2903803"/>
              <a:gd name="connsiteX4" fmla="*/ 0 w 575425"/>
              <a:gd name="connsiteY4" fmla="*/ 2903803 h 2903803"/>
              <a:gd name="connsiteX0" fmla="*/ 0 w 569574"/>
              <a:gd name="connsiteY0" fmla="*/ 2831730 h 2831730"/>
              <a:gd name="connsiteX1" fmla="*/ 139382 w 569574"/>
              <a:gd name="connsiteY1" fmla="*/ 97264 h 2831730"/>
              <a:gd name="connsiteX2" fmla="*/ 569574 w 569574"/>
              <a:gd name="connsiteY2" fmla="*/ 0 h 2831730"/>
              <a:gd name="connsiteX3" fmla="*/ 409144 w 569574"/>
              <a:gd name="connsiteY3" fmla="*/ 2700156 h 2831730"/>
              <a:gd name="connsiteX4" fmla="*/ 0 w 569574"/>
              <a:gd name="connsiteY4" fmla="*/ 2831730 h 2831730"/>
              <a:gd name="connsiteX0" fmla="*/ 0 w 546828"/>
              <a:gd name="connsiteY0" fmla="*/ 2614367 h 2700156"/>
              <a:gd name="connsiteX1" fmla="*/ 116636 w 546828"/>
              <a:gd name="connsiteY1" fmla="*/ 97264 h 2700156"/>
              <a:gd name="connsiteX2" fmla="*/ 546828 w 546828"/>
              <a:gd name="connsiteY2" fmla="*/ 0 h 2700156"/>
              <a:gd name="connsiteX3" fmla="*/ 386398 w 546828"/>
              <a:gd name="connsiteY3" fmla="*/ 2700156 h 2700156"/>
              <a:gd name="connsiteX4" fmla="*/ 0 w 546828"/>
              <a:gd name="connsiteY4" fmla="*/ 2614367 h 2700156"/>
              <a:gd name="connsiteX0" fmla="*/ 0 w 546828"/>
              <a:gd name="connsiteY0" fmla="*/ 2614367 h 2614367"/>
              <a:gd name="connsiteX1" fmla="*/ 116636 w 546828"/>
              <a:gd name="connsiteY1" fmla="*/ 97264 h 2614367"/>
              <a:gd name="connsiteX2" fmla="*/ 546828 w 546828"/>
              <a:gd name="connsiteY2" fmla="*/ 0 h 2614367"/>
              <a:gd name="connsiteX3" fmla="*/ 406248 w 546828"/>
              <a:gd name="connsiteY3" fmla="*/ 2494322 h 2614367"/>
              <a:gd name="connsiteX4" fmla="*/ 0 w 546828"/>
              <a:gd name="connsiteY4" fmla="*/ 2614367 h 2614367"/>
              <a:gd name="connsiteX0" fmla="*/ 0 w 539026"/>
              <a:gd name="connsiteY0" fmla="*/ 2594280 h 2594280"/>
              <a:gd name="connsiteX1" fmla="*/ 108834 w 539026"/>
              <a:gd name="connsiteY1" fmla="*/ 97264 h 2594280"/>
              <a:gd name="connsiteX2" fmla="*/ 539026 w 539026"/>
              <a:gd name="connsiteY2" fmla="*/ 0 h 2594280"/>
              <a:gd name="connsiteX3" fmla="*/ 398446 w 539026"/>
              <a:gd name="connsiteY3" fmla="*/ 2494322 h 2594280"/>
              <a:gd name="connsiteX4" fmla="*/ 0 w 539026"/>
              <a:gd name="connsiteY4" fmla="*/ 2594280 h 2594280"/>
              <a:gd name="connsiteX0" fmla="*/ 0 w 539026"/>
              <a:gd name="connsiteY0" fmla="*/ 2594280 h 2594280"/>
              <a:gd name="connsiteX1" fmla="*/ 108834 w 539026"/>
              <a:gd name="connsiteY1" fmla="*/ 97264 h 2594280"/>
              <a:gd name="connsiteX2" fmla="*/ 539026 w 539026"/>
              <a:gd name="connsiteY2" fmla="*/ 0 h 2594280"/>
              <a:gd name="connsiteX3" fmla="*/ 380939 w 539026"/>
              <a:gd name="connsiteY3" fmla="*/ 2498191 h 2594280"/>
              <a:gd name="connsiteX4" fmla="*/ 0 w 539026"/>
              <a:gd name="connsiteY4" fmla="*/ 2594280 h 2594280"/>
              <a:gd name="connsiteX0" fmla="*/ 0 w 546216"/>
              <a:gd name="connsiteY0" fmla="*/ 2644835 h 2644835"/>
              <a:gd name="connsiteX1" fmla="*/ 108834 w 546216"/>
              <a:gd name="connsiteY1" fmla="*/ 147819 h 2644835"/>
              <a:gd name="connsiteX2" fmla="*/ 546216 w 546216"/>
              <a:gd name="connsiteY2" fmla="*/ 0 h 2644835"/>
              <a:gd name="connsiteX3" fmla="*/ 380939 w 546216"/>
              <a:gd name="connsiteY3" fmla="*/ 2548746 h 2644835"/>
              <a:gd name="connsiteX4" fmla="*/ 0 w 546216"/>
              <a:gd name="connsiteY4" fmla="*/ 2644835 h 2644835"/>
              <a:gd name="connsiteX0" fmla="*/ 0 w 546216"/>
              <a:gd name="connsiteY0" fmla="*/ 2644835 h 2644835"/>
              <a:gd name="connsiteX1" fmla="*/ 118539 w 546216"/>
              <a:gd name="connsiteY1" fmla="*/ 164036 h 2644835"/>
              <a:gd name="connsiteX2" fmla="*/ 546216 w 546216"/>
              <a:gd name="connsiteY2" fmla="*/ 0 h 2644835"/>
              <a:gd name="connsiteX3" fmla="*/ 380939 w 546216"/>
              <a:gd name="connsiteY3" fmla="*/ 2548746 h 2644835"/>
              <a:gd name="connsiteX4" fmla="*/ 0 w 546216"/>
              <a:gd name="connsiteY4" fmla="*/ 2644835 h 2644835"/>
              <a:gd name="connsiteX0" fmla="*/ 0 w 555921"/>
              <a:gd name="connsiteY0" fmla="*/ 2628617 h 2628617"/>
              <a:gd name="connsiteX1" fmla="*/ 118539 w 555921"/>
              <a:gd name="connsiteY1" fmla="*/ 147818 h 2628617"/>
              <a:gd name="connsiteX2" fmla="*/ 555921 w 555921"/>
              <a:gd name="connsiteY2" fmla="*/ 0 h 2628617"/>
              <a:gd name="connsiteX3" fmla="*/ 380939 w 555921"/>
              <a:gd name="connsiteY3" fmla="*/ 2532528 h 2628617"/>
              <a:gd name="connsiteX4" fmla="*/ 0 w 555921"/>
              <a:gd name="connsiteY4" fmla="*/ 2628617 h 2628617"/>
              <a:gd name="connsiteX0" fmla="*/ 0 w 576685"/>
              <a:gd name="connsiteY0" fmla="*/ 2645447 h 2645447"/>
              <a:gd name="connsiteX1" fmla="*/ 139303 w 576685"/>
              <a:gd name="connsiteY1" fmla="*/ 147818 h 2645447"/>
              <a:gd name="connsiteX2" fmla="*/ 576685 w 576685"/>
              <a:gd name="connsiteY2" fmla="*/ 0 h 2645447"/>
              <a:gd name="connsiteX3" fmla="*/ 401703 w 576685"/>
              <a:gd name="connsiteY3" fmla="*/ 2532528 h 2645447"/>
              <a:gd name="connsiteX4" fmla="*/ 0 w 576685"/>
              <a:gd name="connsiteY4" fmla="*/ 2645447 h 2645447"/>
              <a:gd name="connsiteX0" fmla="*/ 0 w 578587"/>
              <a:gd name="connsiteY0" fmla="*/ 2609143 h 2609143"/>
              <a:gd name="connsiteX1" fmla="*/ 141205 w 578587"/>
              <a:gd name="connsiteY1" fmla="*/ 147818 h 2609143"/>
              <a:gd name="connsiteX2" fmla="*/ 578587 w 578587"/>
              <a:gd name="connsiteY2" fmla="*/ 0 h 2609143"/>
              <a:gd name="connsiteX3" fmla="*/ 403605 w 578587"/>
              <a:gd name="connsiteY3" fmla="*/ 2532528 h 2609143"/>
              <a:gd name="connsiteX4" fmla="*/ 0 w 578587"/>
              <a:gd name="connsiteY4" fmla="*/ 2609143 h 2609143"/>
              <a:gd name="connsiteX0" fmla="*/ 0 w 590258"/>
              <a:gd name="connsiteY0" fmla="*/ 2611722 h 2611722"/>
              <a:gd name="connsiteX1" fmla="*/ 152876 w 590258"/>
              <a:gd name="connsiteY1" fmla="*/ 147818 h 2611722"/>
              <a:gd name="connsiteX2" fmla="*/ 590258 w 590258"/>
              <a:gd name="connsiteY2" fmla="*/ 0 h 2611722"/>
              <a:gd name="connsiteX3" fmla="*/ 415276 w 590258"/>
              <a:gd name="connsiteY3" fmla="*/ 2532528 h 2611722"/>
              <a:gd name="connsiteX4" fmla="*/ 0 w 590258"/>
              <a:gd name="connsiteY4" fmla="*/ 2611722 h 2611722"/>
              <a:gd name="connsiteX0" fmla="*/ 0 w 582524"/>
              <a:gd name="connsiteY0" fmla="*/ 2624645 h 2624645"/>
              <a:gd name="connsiteX1" fmla="*/ 145142 w 582524"/>
              <a:gd name="connsiteY1" fmla="*/ 147818 h 2624645"/>
              <a:gd name="connsiteX2" fmla="*/ 582524 w 582524"/>
              <a:gd name="connsiteY2" fmla="*/ 0 h 2624645"/>
              <a:gd name="connsiteX3" fmla="*/ 407542 w 582524"/>
              <a:gd name="connsiteY3" fmla="*/ 2532528 h 2624645"/>
              <a:gd name="connsiteX4" fmla="*/ 0 w 582524"/>
              <a:gd name="connsiteY4" fmla="*/ 2624645 h 262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2524" h="2624645">
                <a:moveTo>
                  <a:pt x="0" y="2624645"/>
                </a:moveTo>
                <a:lnTo>
                  <a:pt x="145142" y="147818"/>
                </a:lnTo>
                <a:lnTo>
                  <a:pt x="582524" y="0"/>
                </a:lnTo>
                <a:lnTo>
                  <a:pt x="407542" y="2532528"/>
                </a:lnTo>
                <a:lnTo>
                  <a:pt x="0" y="2624645"/>
                </a:lnTo>
                <a:close/>
              </a:path>
            </a:pathLst>
          </a:custGeom>
          <a:solidFill>
            <a:srgbClr val="9966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Parallelogram 128">
            <a:extLst>
              <a:ext uri="{FF2B5EF4-FFF2-40B4-BE49-F238E27FC236}">
                <a16:creationId xmlns:a16="http://schemas.microsoft.com/office/drawing/2014/main" id="{431F94E3-5959-3720-7F5A-76511B0DBAC7}"/>
              </a:ext>
            </a:extLst>
          </p:cNvPr>
          <p:cNvSpPr/>
          <p:nvPr/>
        </p:nvSpPr>
        <p:spPr>
          <a:xfrm rot="1371891">
            <a:off x="5819135" y="317030"/>
            <a:ext cx="556127" cy="2840050"/>
          </a:xfrm>
          <a:custGeom>
            <a:avLst/>
            <a:gdLst>
              <a:gd name="connsiteX0" fmla="*/ 0 w 541082"/>
              <a:gd name="connsiteY0" fmla="*/ 2724001 h 2724001"/>
              <a:gd name="connsiteX1" fmla="*/ 135271 w 541082"/>
              <a:gd name="connsiteY1" fmla="*/ 0 h 2724001"/>
              <a:gd name="connsiteX2" fmla="*/ 541082 w 541082"/>
              <a:gd name="connsiteY2" fmla="*/ 0 h 2724001"/>
              <a:gd name="connsiteX3" fmla="*/ 405812 w 541082"/>
              <a:gd name="connsiteY3" fmla="*/ 2724001 h 2724001"/>
              <a:gd name="connsiteX4" fmla="*/ 0 w 541082"/>
              <a:gd name="connsiteY4" fmla="*/ 2724001 h 2724001"/>
              <a:gd name="connsiteX0" fmla="*/ 0 w 557128"/>
              <a:gd name="connsiteY0" fmla="*/ 2826425 h 2826425"/>
              <a:gd name="connsiteX1" fmla="*/ 135271 w 557128"/>
              <a:gd name="connsiteY1" fmla="*/ 102424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57128"/>
              <a:gd name="connsiteY0" fmla="*/ 2826425 h 2826425"/>
              <a:gd name="connsiteX1" fmla="*/ 124264 w 557128"/>
              <a:gd name="connsiteY1" fmla="*/ 176625 h 2826425"/>
              <a:gd name="connsiteX2" fmla="*/ 557128 w 557128"/>
              <a:gd name="connsiteY2" fmla="*/ 0 h 2826425"/>
              <a:gd name="connsiteX3" fmla="*/ 405812 w 557128"/>
              <a:gd name="connsiteY3" fmla="*/ 2826425 h 2826425"/>
              <a:gd name="connsiteX4" fmla="*/ 0 w 557128"/>
              <a:gd name="connsiteY4" fmla="*/ 2826425 h 2826425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20930 w 572246"/>
              <a:gd name="connsiteY3" fmla="*/ 2826425 h 2911091"/>
              <a:gd name="connsiteX4" fmla="*/ 0 w 572246"/>
              <a:gd name="connsiteY4" fmla="*/ 2911091 h 2911091"/>
              <a:gd name="connsiteX0" fmla="*/ 0 w 572246"/>
              <a:gd name="connsiteY0" fmla="*/ 2911091 h 2911091"/>
              <a:gd name="connsiteX1" fmla="*/ 139382 w 572246"/>
              <a:gd name="connsiteY1" fmla="*/ 176625 h 2911091"/>
              <a:gd name="connsiteX2" fmla="*/ 572246 w 572246"/>
              <a:gd name="connsiteY2" fmla="*/ 0 h 2911091"/>
              <a:gd name="connsiteX3" fmla="*/ 409144 w 572246"/>
              <a:gd name="connsiteY3" fmla="*/ 2779517 h 2911091"/>
              <a:gd name="connsiteX4" fmla="*/ 0 w 572246"/>
              <a:gd name="connsiteY4" fmla="*/ 2911091 h 2911091"/>
              <a:gd name="connsiteX0" fmla="*/ 0 w 575425"/>
              <a:gd name="connsiteY0" fmla="*/ 2903803 h 2903803"/>
              <a:gd name="connsiteX1" fmla="*/ 139382 w 575425"/>
              <a:gd name="connsiteY1" fmla="*/ 169337 h 2903803"/>
              <a:gd name="connsiteX2" fmla="*/ 575425 w 575425"/>
              <a:gd name="connsiteY2" fmla="*/ 0 h 2903803"/>
              <a:gd name="connsiteX3" fmla="*/ 409144 w 575425"/>
              <a:gd name="connsiteY3" fmla="*/ 2772229 h 2903803"/>
              <a:gd name="connsiteX4" fmla="*/ 0 w 575425"/>
              <a:gd name="connsiteY4" fmla="*/ 2903803 h 2903803"/>
              <a:gd name="connsiteX0" fmla="*/ 0 w 578432"/>
              <a:gd name="connsiteY0" fmla="*/ 2870314 h 2870314"/>
              <a:gd name="connsiteX1" fmla="*/ 139382 w 578432"/>
              <a:gd name="connsiteY1" fmla="*/ 135848 h 2870314"/>
              <a:gd name="connsiteX2" fmla="*/ 578432 w 578432"/>
              <a:gd name="connsiteY2" fmla="*/ 0 h 2870314"/>
              <a:gd name="connsiteX3" fmla="*/ 409144 w 578432"/>
              <a:gd name="connsiteY3" fmla="*/ 2738740 h 2870314"/>
              <a:gd name="connsiteX4" fmla="*/ 0 w 578432"/>
              <a:gd name="connsiteY4" fmla="*/ 2870314 h 2870314"/>
              <a:gd name="connsiteX0" fmla="*/ 0 w 578432"/>
              <a:gd name="connsiteY0" fmla="*/ 2870314 h 2870314"/>
              <a:gd name="connsiteX1" fmla="*/ 130778 w 578432"/>
              <a:gd name="connsiteY1" fmla="*/ 209202 h 2870314"/>
              <a:gd name="connsiteX2" fmla="*/ 578432 w 578432"/>
              <a:gd name="connsiteY2" fmla="*/ 0 h 2870314"/>
              <a:gd name="connsiteX3" fmla="*/ 409144 w 578432"/>
              <a:gd name="connsiteY3" fmla="*/ 2738740 h 2870314"/>
              <a:gd name="connsiteX4" fmla="*/ 0 w 578432"/>
              <a:gd name="connsiteY4" fmla="*/ 2870314 h 2870314"/>
              <a:gd name="connsiteX0" fmla="*/ 0 w 578432"/>
              <a:gd name="connsiteY0" fmla="*/ 2870314 h 2870314"/>
              <a:gd name="connsiteX1" fmla="*/ 130778 w 578432"/>
              <a:gd name="connsiteY1" fmla="*/ 209202 h 2870314"/>
              <a:gd name="connsiteX2" fmla="*/ 578432 w 578432"/>
              <a:gd name="connsiteY2" fmla="*/ 0 h 2870314"/>
              <a:gd name="connsiteX3" fmla="*/ 396618 w 578432"/>
              <a:gd name="connsiteY3" fmla="*/ 2738084 h 2870314"/>
              <a:gd name="connsiteX4" fmla="*/ 0 w 578432"/>
              <a:gd name="connsiteY4" fmla="*/ 2870314 h 2870314"/>
              <a:gd name="connsiteX0" fmla="*/ 0 w 563007"/>
              <a:gd name="connsiteY0" fmla="*/ 2863585 h 2863585"/>
              <a:gd name="connsiteX1" fmla="*/ 130778 w 563007"/>
              <a:gd name="connsiteY1" fmla="*/ 202473 h 2863585"/>
              <a:gd name="connsiteX2" fmla="*/ 563007 w 563007"/>
              <a:gd name="connsiteY2" fmla="*/ 0 h 2863585"/>
              <a:gd name="connsiteX3" fmla="*/ 396618 w 563007"/>
              <a:gd name="connsiteY3" fmla="*/ 2731355 h 2863585"/>
              <a:gd name="connsiteX4" fmla="*/ 0 w 563007"/>
              <a:gd name="connsiteY4" fmla="*/ 2863585 h 2863585"/>
              <a:gd name="connsiteX0" fmla="*/ 0 w 556372"/>
              <a:gd name="connsiteY0" fmla="*/ 2802412 h 2802412"/>
              <a:gd name="connsiteX1" fmla="*/ 130778 w 556372"/>
              <a:gd name="connsiteY1" fmla="*/ 141300 h 2802412"/>
              <a:gd name="connsiteX2" fmla="*/ 556372 w 556372"/>
              <a:gd name="connsiteY2" fmla="*/ 0 h 2802412"/>
              <a:gd name="connsiteX3" fmla="*/ 396618 w 556372"/>
              <a:gd name="connsiteY3" fmla="*/ 2670182 h 2802412"/>
              <a:gd name="connsiteX4" fmla="*/ 0 w 556372"/>
              <a:gd name="connsiteY4" fmla="*/ 2802412 h 2802412"/>
              <a:gd name="connsiteX0" fmla="*/ 0 w 556636"/>
              <a:gd name="connsiteY0" fmla="*/ 2847927 h 2847927"/>
              <a:gd name="connsiteX1" fmla="*/ 131042 w 556636"/>
              <a:gd name="connsiteY1" fmla="*/ 141300 h 2847927"/>
              <a:gd name="connsiteX2" fmla="*/ 556636 w 556636"/>
              <a:gd name="connsiteY2" fmla="*/ 0 h 2847927"/>
              <a:gd name="connsiteX3" fmla="*/ 396882 w 556636"/>
              <a:gd name="connsiteY3" fmla="*/ 2670182 h 2847927"/>
              <a:gd name="connsiteX4" fmla="*/ 0 w 556636"/>
              <a:gd name="connsiteY4" fmla="*/ 2847927 h 2847927"/>
              <a:gd name="connsiteX0" fmla="*/ 0 w 556636"/>
              <a:gd name="connsiteY0" fmla="*/ 2847927 h 2847927"/>
              <a:gd name="connsiteX1" fmla="*/ 131042 w 556636"/>
              <a:gd name="connsiteY1" fmla="*/ 141300 h 2847927"/>
              <a:gd name="connsiteX2" fmla="*/ 556636 w 556636"/>
              <a:gd name="connsiteY2" fmla="*/ 0 h 2847927"/>
              <a:gd name="connsiteX3" fmla="*/ 404710 w 556636"/>
              <a:gd name="connsiteY3" fmla="*/ 2673367 h 2847927"/>
              <a:gd name="connsiteX4" fmla="*/ 0 w 556636"/>
              <a:gd name="connsiteY4" fmla="*/ 2847927 h 2847927"/>
              <a:gd name="connsiteX0" fmla="*/ 0 w 556127"/>
              <a:gd name="connsiteY0" fmla="*/ 2840050 h 2840050"/>
              <a:gd name="connsiteX1" fmla="*/ 130533 w 556127"/>
              <a:gd name="connsiteY1" fmla="*/ 141300 h 2840050"/>
              <a:gd name="connsiteX2" fmla="*/ 556127 w 556127"/>
              <a:gd name="connsiteY2" fmla="*/ 0 h 2840050"/>
              <a:gd name="connsiteX3" fmla="*/ 404201 w 556127"/>
              <a:gd name="connsiteY3" fmla="*/ 2673367 h 2840050"/>
              <a:gd name="connsiteX4" fmla="*/ 0 w 556127"/>
              <a:gd name="connsiteY4" fmla="*/ 2840050 h 284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127" h="2840050">
                <a:moveTo>
                  <a:pt x="0" y="2840050"/>
                </a:moveTo>
                <a:lnTo>
                  <a:pt x="130533" y="141300"/>
                </a:lnTo>
                <a:lnTo>
                  <a:pt x="556127" y="0"/>
                </a:lnTo>
                <a:lnTo>
                  <a:pt x="404201" y="2673367"/>
                </a:lnTo>
                <a:lnTo>
                  <a:pt x="0" y="2840050"/>
                </a:lnTo>
                <a:close/>
              </a:path>
            </a:pathLst>
          </a:custGeom>
          <a:solidFill>
            <a:srgbClr val="9966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Parallelogram 144">
            <a:extLst>
              <a:ext uri="{FF2B5EF4-FFF2-40B4-BE49-F238E27FC236}">
                <a16:creationId xmlns:a16="http://schemas.microsoft.com/office/drawing/2014/main" id="{2AA36C35-6560-293F-E5CF-D58993C85D2A}"/>
              </a:ext>
            </a:extLst>
          </p:cNvPr>
          <p:cNvSpPr/>
          <p:nvPr/>
        </p:nvSpPr>
        <p:spPr>
          <a:xfrm flipH="1">
            <a:off x="5243908" y="2930311"/>
            <a:ext cx="991285" cy="2428177"/>
          </a:xfrm>
          <a:custGeom>
            <a:avLst/>
            <a:gdLst>
              <a:gd name="connsiteX0" fmla="*/ 0 w 1065713"/>
              <a:gd name="connsiteY0" fmla="*/ 2414888 h 2414888"/>
              <a:gd name="connsiteX1" fmla="*/ 635676 w 1065713"/>
              <a:gd name="connsiteY1" fmla="*/ 0 h 2414888"/>
              <a:gd name="connsiteX2" fmla="*/ 1065713 w 1065713"/>
              <a:gd name="connsiteY2" fmla="*/ 0 h 2414888"/>
              <a:gd name="connsiteX3" fmla="*/ 430037 w 1065713"/>
              <a:gd name="connsiteY3" fmla="*/ 2414888 h 2414888"/>
              <a:gd name="connsiteX4" fmla="*/ 0 w 1065713"/>
              <a:gd name="connsiteY4" fmla="*/ 2414888 h 2414888"/>
              <a:gd name="connsiteX0" fmla="*/ 0 w 1039132"/>
              <a:gd name="connsiteY0" fmla="*/ 2425520 h 2425520"/>
              <a:gd name="connsiteX1" fmla="*/ 609095 w 1039132"/>
              <a:gd name="connsiteY1" fmla="*/ 0 h 2425520"/>
              <a:gd name="connsiteX2" fmla="*/ 1039132 w 1039132"/>
              <a:gd name="connsiteY2" fmla="*/ 0 h 2425520"/>
              <a:gd name="connsiteX3" fmla="*/ 403456 w 1039132"/>
              <a:gd name="connsiteY3" fmla="*/ 2414888 h 2425520"/>
              <a:gd name="connsiteX4" fmla="*/ 0 w 1039132"/>
              <a:gd name="connsiteY4" fmla="*/ 2425520 h 2425520"/>
              <a:gd name="connsiteX0" fmla="*/ 0 w 1039132"/>
              <a:gd name="connsiteY0" fmla="*/ 2425520 h 2425520"/>
              <a:gd name="connsiteX1" fmla="*/ 609095 w 1039132"/>
              <a:gd name="connsiteY1" fmla="*/ 0 h 2425520"/>
              <a:gd name="connsiteX2" fmla="*/ 1039132 w 1039132"/>
              <a:gd name="connsiteY2" fmla="*/ 0 h 2425520"/>
              <a:gd name="connsiteX3" fmla="*/ 360926 w 1039132"/>
              <a:gd name="connsiteY3" fmla="*/ 2404255 h 2425520"/>
              <a:gd name="connsiteX4" fmla="*/ 0 w 1039132"/>
              <a:gd name="connsiteY4" fmla="*/ 2425520 h 2425520"/>
              <a:gd name="connsiteX0" fmla="*/ 0 w 1039132"/>
              <a:gd name="connsiteY0" fmla="*/ 2425520 h 2425520"/>
              <a:gd name="connsiteX1" fmla="*/ 609095 w 1039132"/>
              <a:gd name="connsiteY1" fmla="*/ 0 h 2425520"/>
              <a:gd name="connsiteX2" fmla="*/ 1039132 w 1039132"/>
              <a:gd name="connsiteY2" fmla="*/ 0 h 2425520"/>
              <a:gd name="connsiteX3" fmla="*/ 355610 w 1039132"/>
              <a:gd name="connsiteY3" fmla="*/ 2420204 h 2425520"/>
              <a:gd name="connsiteX4" fmla="*/ 0 w 1039132"/>
              <a:gd name="connsiteY4" fmla="*/ 2425520 h 2425520"/>
              <a:gd name="connsiteX0" fmla="*/ 0 w 1033816"/>
              <a:gd name="connsiteY0" fmla="*/ 2409571 h 2420204"/>
              <a:gd name="connsiteX1" fmla="*/ 603779 w 1033816"/>
              <a:gd name="connsiteY1" fmla="*/ 0 h 2420204"/>
              <a:gd name="connsiteX2" fmla="*/ 1033816 w 1033816"/>
              <a:gd name="connsiteY2" fmla="*/ 0 h 2420204"/>
              <a:gd name="connsiteX3" fmla="*/ 350294 w 1033816"/>
              <a:gd name="connsiteY3" fmla="*/ 2420204 h 2420204"/>
              <a:gd name="connsiteX4" fmla="*/ 0 w 1033816"/>
              <a:gd name="connsiteY4" fmla="*/ 2409571 h 2420204"/>
              <a:gd name="connsiteX0" fmla="*/ 0 w 1023183"/>
              <a:gd name="connsiteY0" fmla="*/ 2425520 h 2425520"/>
              <a:gd name="connsiteX1" fmla="*/ 593146 w 1023183"/>
              <a:gd name="connsiteY1" fmla="*/ 0 h 2425520"/>
              <a:gd name="connsiteX2" fmla="*/ 1023183 w 1023183"/>
              <a:gd name="connsiteY2" fmla="*/ 0 h 2425520"/>
              <a:gd name="connsiteX3" fmla="*/ 339661 w 1023183"/>
              <a:gd name="connsiteY3" fmla="*/ 2420204 h 2425520"/>
              <a:gd name="connsiteX4" fmla="*/ 0 w 1023183"/>
              <a:gd name="connsiteY4" fmla="*/ 2425520 h 2425520"/>
              <a:gd name="connsiteX0" fmla="*/ 0 w 1017867"/>
              <a:gd name="connsiteY0" fmla="*/ 2441593 h 2441593"/>
              <a:gd name="connsiteX1" fmla="*/ 587830 w 1017867"/>
              <a:gd name="connsiteY1" fmla="*/ 0 h 2441593"/>
              <a:gd name="connsiteX2" fmla="*/ 1017867 w 1017867"/>
              <a:gd name="connsiteY2" fmla="*/ 0 h 2441593"/>
              <a:gd name="connsiteX3" fmla="*/ 334345 w 1017867"/>
              <a:gd name="connsiteY3" fmla="*/ 2420204 h 2441593"/>
              <a:gd name="connsiteX4" fmla="*/ 0 w 1017867"/>
              <a:gd name="connsiteY4" fmla="*/ 2441593 h 2441593"/>
              <a:gd name="connsiteX0" fmla="*/ 0 w 1017867"/>
              <a:gd name="connsiteY0" fmla="*/ 2441593 h 2452349"/>
              <a:gd name="connsiteX1" fmla="*/ 587830 w 1017867"/>
              <a:gd name="connsiteY1" fmla="*/ 0 h 2452349"/>
              <a:gd name="connsiteX2" fmla="*/ 1017867 w 1017867"/>
              <a:gd name="connsiteY2" fmla="*/ 0 h 2452349"/>
              <a:gd name="connsiteX3" fmla="*/ 275866 w 1017867"/>
              <a:gd name="connsiteY3" fmla="*/ 2452349 h 2452349"/>
              <a:gd name="connsiteX4" fmla="*/ 0 w 1017867"/>
              <a:gd name="connsiteY4" fmla="*/ 2441593 h 2452349"/>
              <a:gd name="connsiteX0" fmla="*/ 0 w 1007234"/>
              <a:gd name="connsiteY0" fmla="*/ 2441593 h 2452349"/>
              <a:gd name="connsiteX1" fmla="*/ 577197 w 1007234"/>
              <a:gd name="connsiteY1" fmla="*/ 0 h 2452349"/>
              <a:gd name="connsiteX2" fmla="*/ 1007234 w 1007234"/>
              <a:gd name="connsiteY2" fmla="*/ 0 h 2452349"/>
              <a:gd name="connsiteX3" fmla="*/ 265233 w 1007234"/>
              <a:gd name="connsiteY3" fmla="*/ 2452349 h 2452349"/>
              <a:gd name="connsiteX4" fmla="*/ 0 w 1007234"/>
              <a:gd name="connsiteY4" fmla="*/ 2441593 h 2452349"/>
              <a:gd name="connsiteX0" fmla="*/ 0 w 1007234"/>
              <a:gd name="connsiteY0" fmla="*/ 2441593 h 2446992"/>
              <a:gd name="connsiteX1" fmla="*/ 577197 w 1007234"/>
              <a:gd name="connsiteY1" fmla="*/ 0 h 2446992"/>
              <a:gd name="connsiteX2" fmla="*/ 1007234 w 1007234"/>
              <a:gd name="connsiteY2" fmla="*/ 0 h 2446992"/>
              <a:gd name="connsiteX3" fmla="*/ 265233 w 1007234"/>
              <a:gd name="connsiteY3" fmla="*/ 2446992 h 2446992"/>
              <a:gd name="connsiteX4" fmla="*/ 0 w 1007234"/>
              <a:gd name="connsiteY4" fmla="*/ 2441593 h 2446992"/>
              <a:gd name="connsiteX0" fmla="*/ 0 w 991285"/>
              <a:gd name="connsiteY0" fmla="*/ 2436236 h 2446992"/>
              <a:gd name="connsiteX1" fmla="*/ 561248 w 991285"/>
              <a:gd name="connsiteY1" fmla="*/ 0 h 2446992"/>
              <a:gd name="connsiteX2" fmla="*/ 991285 w 991285"/>
              <a:gd name="connsiteY2" fmla="*/ 0 h 2446992"/>
              <a:gd name="connsiteX3" fmla="*/ 249284 w 991285"/>
              <a:gd name="connsiteY3" fmla="*/ 2446992 h 2446992"/>
              <a:gd name="connsiteX4" fmla="*/ 0 w 991285"/>
              <a:gd name="connsiteY4" fmla="*/ 2436236 h 2446992"/>
              <a:gd name="connsiteX0" fmla="*/ 0 w 991285"/>
              <a:gd name="connsiteY0" fmla="*/ 2425521 h 2446992"/>
              <a:gd name="connsiteX1" fmla="*/ 561248 w 991285"/>
              <a:gd name="connsiteY1" fmla="*/ 0 h 2446992"/>
              <a:gd name="connsiteX2" fmla="*/ 991285 w 991285"/>
              <a:gd name="connsiteY2" fmla="*/ 0 h 2446992"/>
              <a:gd name="connsiteX3" fmla="*/ 249284 w 991285"/>
              <a:gd name="connsiteY3" fmla="*/ 2446992 h 2446992"/>
              <a:gd name="connsiteX4" fmla="*/ 0 w 991285"/>
              <a:gd name="connsiteY4" fmla="*/ 2425521 h 244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1285" h="2446992">
                <a:moveTo>
                  <a:pt x="0" y="2425521"/>
                </a:moveTo>
                <a:lnTo>
                  <a:pt x="561248" y="0"/>
                </a:lnTo>
                <a:lnTo>
                  <a:pt x="991285" y="0"/>
                </a:lnTo>
                <a:lnTo>
                  <a:pt x="249284" y="2446992"/>
                </a:lnTo>
                <a:lnTo>
                  <a:pt x="0" y="2425521"/>
                </a:lnTo>
                <a:close/>
              </a:path>
            </a:pathLst>
          </a:custGeom>
          <a:solidFill>
            <a:schemeClr val="accent6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Trapezoid 127">
            <a:extLst>
              <a:ext uri="{FF2B5EF4-FFF2-40B4-BE49-F238E27FC236}">
                <a16:creationId xmlns:a16="http://schemas.microsoft.com/office/drawing/2014/main" id="{A74932E3-E0DC-FA0A-0C42-0B61BEF38057}"/>
              </a:ext>
            </a:extLst>
          </p:cNvPr>
          <p:cNvSpPr/>
          <p:nvPr/>
        </p:nvSpPr>
        <p:spPr>
          <a:xfrm rot="9905438">
            <a:off x="6776950" y="2828572"/>
            <a:ext cx="466417" cy="2584645"/>
          </a:xfrm>
          <a:custGeom>
            <a:avLst/>
            <a:gdLst>
              <a:gd name="connsiteX0" fmla="*/ 0 w 578235"/>
              <a:gd name="connsiteY0" fmla="*/ 2233462 h 2233462"/>
              <a:gd name="connsiteX1" fmla="*/ 144559 w 578235"/>
              <a:gd name="connsiteY1" fmla="*/ 0 h 2233462"/>
              <a:gd name="connsiteX2" fmla="*/ 433676 w 578235"/>
              <a:gd name="connsiteY2" fmla="*/ 0 h 2233462"/>
              <a:gd name="connsiteX3" fmla="*/ 578235 w 578235"/>
              <a:gd name="connsiteY3" fmla="*/ 2233462 h 2233462"/>
              <a:gd name="connsiteX4" fmla="*/ 0 w 578235"/>
              <a:gd name="connsiteY4" fmla="*/ 2233462 h 2233462"/>
              <a:gd name="connsiteX0" fmla="*/ 0 w 578235"/>
              <a:gd name="connsiteY0" fmla="*/ 2233462 h 2233462"/>
              <a:gd name="connsiteX1" fmla="*/ 144559 w 578235"/>
              <a:gd name="connsiteY1" fmla="*/ 0 h 2233462"/>
              <a:gd name="connsiteX2" fmla="*/ 457974 w 578235"/>
              <a:gd name="connsiteY2" fmla="*/ 427028 h 2233462"/>
              <a:gd name="connsiteX3" fmla="*/ 578235 w 578235"/>
              <a:gd name="connsiteY3" fmla="*/ 2233462 h 2233462"/>
              <a:gd name="connsiteX4" fmla="*/ 0 w 578235"/>
              <a:gd name="connsiteY4" fmla="*/ 2233462 h 2233462"/>
              <a:gd name="connsiteX0" fmla="*/ 0 w 594288"/>
              <a:gd name="connsiteY0" fmla="*/ 2233462 h 2494014"/>
              <a:gd name="connsiteX1" fmla="*/ 144559 w 594288"/>
              <a:gd name="connsiteY1" fmla="*/ 0 h 2494014"/>
              <a:gd name="connsiteX2" fmla="*/ 457974 w 594288"/>
              <a:gd name="connsiteY2" fmla="*/ 427028 h 2494014"/>
              <a:gd name="connsiteX3" fmla="*/ 594288 w 594288"/>
              <a:gd name="connsiteY3" fmla="*/ 2494014 h 2494014"/>
              <a:gd name="connsiteX4" fmla="*/ 0 w 594288"/>
              <a:gd name="connsiteY4" fmla="*/ 2233462 h 2494014"/>
              <a:gd name="connsiteX0" fmla="*/ 0 w 608555"/>
              <a:gd name="connsiteY0" fmla="*/ 2361088 h 2494014"/>
              <a:gd name="connsiteX1" fmla="*/ 158826 w 608555"/>
              <a:gd name="connsiteY1" fmla="*/ 0 h 2494014"/>
              <a:gd name="connsiteX2" fmla="*/ 472241 w 608555"/>
              <a:gd name="connsiteY2" fmla="*/ 427028 h 2494014"/>
              <a:gd name="connsiteX3" fmla="*/ 608555 w 608555"/>
              <a:gd name="connsiteY3" fmla="*/ 2494014 h 2494014"/>
              <a:gd name="connsiteX4" fmla="*/ 0 w 608555"/>
              <a:gd name="connsiteY4" fmla="*/ 2361088 h 2494014"/>
              <a:gd name="connsiteX0" fmla="*/ 0 w 608555"/>
              <a:gd name="connsiteY0" fmla="*/ 2382365 h 2515291"/>
              <a:gd name="connsiteX1" fmla="*/ 179177 w 608555"/>
              <a:gd name="connsiteY1" fmla="*/ 0 h 2515291"/>
              <a:gd name="connsiteX2" fmla="*/ 472241 w 608555"/>
              <a:gd name="connsiteY2" fmla="*/ 448305 h 2515291"/>
              <a:gd name="connsiteX3" fmla="*/ 608555 w 608555"/>
              <a:gd name="connsiteY3" fmla="*/ 2515291 h 2515291"/>
              <a:gd name="connsiteX4" fmla="*/ 0 w 608555"/>
              <a:gd name="connsiteY4" fmla="*/ 2382365 h 2515291"/>
              <a:gd name="connsiteX0" fmla="*/ 0 w 578894"/>
              <a:gd name="connsiteY0" fmla="*/ 2382365 h 2494849"/>
              <a:gd name="connsiteX1" fmla="*/ 179177 w 578894"/>
              <a:gd name="connsiteY1" fmla="*/ 0 h 2494849"/>
              <a:gd name="connsiteX2" fmla="*/ 472241 w 578894"/>
              <a:gd name="connsiteY2" fmla="*/ 448305 h 2494849"/>
              <a:gd name="connsiteX3" fmla="*/ 578894 w 578894"/>
              <a:gd name="connsiteY3" fmla="*/ 2494849 h 2494849"/>
              <a:gd name="connsiteX4" fmla="*/ 0 w 578894"/>
              <a:gd name="connsiteY4" fmla="*/ 2382365 h 2494849"/>
              <a:gd name="connsiteX0" fmla="*/ 0 w 539058"/>
              <a:gd name="connsiteY0" fmla="*/ 2392167 h 2494849"/>
              <a:gd name="connsiteX1" fmla="*/ 139341 w 539058"/>
              <a:gd name="connsiteY1" fmla="*/ 0 h 2494849"/>
              <a:gd name="connsiteX2" fmla="*/ 432405 w 539058"/>
              <a:gd name="connsiteY2" fmla="*/ 448305 h 2494849"/>
              <a:gd name="connsiteX3" fmla="*/ 539058 w 539058"/>
              <a:gd name="connsiteY3" fmla="*/ 2494849 h 2494849"/>
              <a:gd name="connsiteX4" fmla="*/ 0 w 539058"/>
              <a:gd name="connsiteY4" fmla="*/ 2392167 h 2494849"/>
              <a:gd name="connsiteX0" fmla="*/ 0 w 512501"/>
              <a:gd name="connsiteY0" fmla="*/ 2398702 h 2494849"/>
              <a:gd name="connsiteX1" fmla="*/ 112784 w 512501"/>
              <a:gd name="connsiteY1" fmla="*/ 0 h 2494849"/>
              <a:gd name="connsiteX2" fmla="*/ 405848 w 512501"/>
              <a:gd name="connsiteY2" fmla="*/ 448305 h 2494849"/>
              <a:gd name="connsiteX3" fmla="*/ 512501 w 512501"/>
              <a:gd name="connsiteY3" fmla="*/ 2494849 h 2494849"/>
              <a:gd name="connsiteX4" fmla="*/ 0 w 512501"/>
              <a:gd name="connsiteY4" fmla="*/ 2398702 h 2494849"/>
              <a:gd name="connsiteX0" fmla="*/ 0 w 512501"/>
              <a:gd name="connsiteY0" fmla="*/ 2409977 h 2506124"/>
              <a:gd name="connsiteX1" fmla="*/ 133837 w 512501"/>
              <a:gd name="connsiteY1" fmla="*/ 0 h 2506124"/>
              <a:gd name="connsiteX2" fmla="*/ 405848 w 512501"/>
              <a:gd name="connsiteY2" fmla="*/ 459580 h 2506124"/>
              <a:gd name="connsiteX3" fmla="*/ 512501 w 512501"/>
              <a:gd name="connsiteY3" fmla="*/ 2506124 h 2506124"/>
              <a:gd name="connsiteX4" fmla="*/ 0 w 512501"/>
              <a:gd name="connsiteY4" fmla="*/ 2409977 h 2506124"/>
              <a:gd name="connsiteX0" fmla="*/ 0 w 487560"/>
              <a:gd name="connsiteY0" fmla="*/ 2416115 h 2506124"/>
              <a:gd name="connsiteX1" fmla="*/ 108896 w 487560"/>
              <a:gd name="connsiteY1" fmla="*/ 0 h 2506124"/>
              <a:gd name="connsiteX2" fmla="*/ 380907 w 487560"/>
              <a:gd name="connsiteY2" fmla="*/ 459580 h 2506124"/>
              <a:gd name="connsiteX3" fmla="*/ 487560 w 487560"/>
              <a:gd name="connsiteY3" fmla="*/ 2506124 h 2506124"/>
              <a:gd name="connsiteX4" fmla="*/ 0 w 487560"/>
              <a:gd name="connsiteY4" fmla="*/ 2416115 h 2506124"/>
              <a:gd name="connsiteX0" fmla="*/ 0 w 486804"/>
              <a:gd name="connsiteY0" fmla="*/ 2454811 h 2506124"/>
              <a:gd name="connsiteX1" fmla="*/ 108140 w 486804"/>
              <a:gd name="connsiteY1" fmla="*/ 0 h 2506124"/>
              <a:gd name="connsiteX2" fmla="*/ 380151 w 486804"/>
              <a:gd name="connsiteY2" fmla="*/ 459580 h 2506124"/>
              <a:gd name="connsiteX3" fmla="*/ 486804 w 486804"/>
              <a:gd name="connsiteY3" fmla="*/ 2506124 h 2506124"/>
              <a:gd name="connsiteX4" fmla="*/ 0 w 486804"/>
              <a:gd name="connsiteY4" fmla="*/ 2454811 h 2506124"/>
              <a:gd name="connsiteX0" fmla="*/ 0 w 498318"/>
              <a:gd name="connsiteY0" fmla="*/ 2454811 h 2569473"/>
              <a:gd name="connsiteX1" fmla="*/ 108140 w 498318"/>
              <a:gd name="connsiteY1" fmla="*/ 0 h 2569473"/>
              <a:gd name="connsiteX2" fmla="*/ 380151 w 498318"/>
              <a:gd name="connsiteY2" fmla="*/ 459580 h 2569473"/>
              <a:gd name="connsiteX3" fmla="*/ 498318 w 498318"/>
              <a:gd name="connsiteY3" fmla="*/ 2569473 h 2569473"/>
              <a:gd name="connsiteX4" fmla="*/ 0 w 498318"/>
              <a:gd name="connsiteY4" fmla="*/ 2454811 h 2569473"/>
              <a:gd name="connsiteX0" fmla="*/ 0 w 512791"/>
              <a:gd name="connsiteY0" fmla="*/ 2454811 h 2584645"/>
              <a:gd name="connsiteX1" fmla="*/ 108140 w 512791"/>
              <a:gd name="connsiteY1" fmla="*/ 0 h 2584645"/>
              <a:gd name="connsiteX2" fmla="*/ 380151 w 512791"/>
              <a:gd name="connsiteY2" fmla="*/ 459580 h 2584645"/>
              <a:gd name="connsiteX3" fmla="*/ 512791 w 512791"/>
              <a:gd name="connsiteY3" fmla="*/ 2584645 h 2584645"/>
              <a:gd name="connsiteX4" fmla="*/ 0 w 512791"/>
              <a:gd name="connsiteY4" fmla="*/ 2454811 h 2584645"/>
              <a:gd name="connsiteX0" fmla="*/ 0 w 504665"/>
              <a:gd name="connsiteY0" fmla="*/ 2467771 h 2584645"/>
              <a:gd name="connsiteX1" fmla="*/ 100014 w 504665"/>
              <a:gd name="connsiteY1" fmla="*/ 0 h 2584645"/>
              <a:gd name="connsiteX2" fmla="*/ 372025 w 504665"/>
              <a:gd name="connsiteY2" fmla="*/ 459580 h 2584645"/>
              <a:gd name="connsiteX3" fmla="*/ 504665 w 504665"/>
              <a:gd name="connsiteY3" fmla="*/ 2584645 h 2584645"/>
              <a:gd name="connsiteX4" fmla="*/ 0 w 504665"/>
              <a:gd name="connsiteY4" fmla="*/ 2467771 h 258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665" h="2584645">
                <a:moveTo>
                  <a:pt x="0" y="2467771"/>
                </a:moveTo>
                <a:lnTo>
                  <a:pt x="100014" y="0"/>
                </a:lnTo>
                <a:lnTo>
                  <a:pt x="372025" y="459580"/>
                </a:lnTo>
                <a:lnTo>
                  <a:pt x="504665" y="2584645"/>
                </a:lnTo>
                <a:lnTo>
                  <a:pt x="0" y="2467771"/>
                </a:lnTo>
                <a:close/>
              </a:path>
            </a:pathLst>
          </a:custGeom>
          <a:solidFill>
            <a:srgbClr val="00B0F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Isosceles Triangle 129">
            <a:extLst>
              <a:ext uri="{FF2B5EF4-FFF2-40B4-BE49-F238E27FC236}">
                <a16:creationId xmlns:a16="http://schemas.microsoft.com/office/drawing/2014/main" id="{A6814329-A7BB-0BD7-035D-D01189AADB2F}"/>
              </a:ext>
            </a:extLst>
          </p:cNvPr>
          <p:cNvSpPr/>
          <p:nvPr/>
        </p:nvSpPr>
        <p:spPr>
          <a:xfrm rot="9959735">
            <a:off x="4793149" y="2854055"/>
            <a:ext cx="418236" cy="1665409"/>
          </a:xfrm>
          <a:custGeom>
            <a:avLst/>
            <a:gdLst>
              <a:gd name="connsiteX0" fmla="*/ 0 w 507547"/>
              <a:gd name="connsiteY0" fmla="*/ 1612539 h 1612539"/>
              <a:gd name="connsiteX1" fmla="*/ 253774 w 507547"/>
              <a:gd name="connsiteY1" fmla="*/ 0 h 1612539"/>
              <a:gd name="connsiteX2" fmla="*/ 507547 w 507547"/>
              <a:gd name="connsiteY2" fmla="*/ 1612539 h 1612539"/>
              <a:gd name="connsiteX3" fmla="*/ 0 w 507547"/>
              <a:gd name="connsiteY3" fmla="*/ 1612539 h 1612539"/>
              <a:gd name="connsiteX0" fmla="*/ 0 w 501139"/>
              <a:gd name="connsiteY0" fmla="*/ 1612539 h 1682170"/>
              <a:gd name="connsiteX1" fmla="*/ 253774 w 501139"/>
              <a:gd name="connsiteY1" fmla="*/ 0 h 1682170"/>
              <a:gd name="connsiteX2" fmla="*/ 501139 w 501139"/>
              <a:gd name="connsiteY2" fmla="*/ 1682170 h 1682170"/>
              <a:gd name="connsiteX3" fmla="*/ 0 w 501139"/>
              <a:gd name="connsiteY3" fmla="*/ 1612539 h 1682170"/>
              <a:gd name="connsiteX0" fmla="*/ 0 w 426375"/>
              <a:gd name="connsiteY0" fmla="*/ 1576395 h 1682170"/>
              <a:gd name="connsiteX1" fmla="*/ 179010 w 426375"/>
              <a:gd name="connsiteY1" fmla="*/ 0 h 1682170"/>
              <a:gd name="connsiteX2" fmla="*/ 426375 w 426375"/>
              <a:gd name="connsiteY2" fmla="*/ 1682170 h 1682170"/>
              <a:gd name="connsiteX3" fmla="*/ 0 w 426375"/>
              <a:gd name="connsiteY3" fmla="*/ 1576395 h 1682170"/>
              <a:gd name="connsiteX0" fmla="*/ 0 w 425077"/>
              <a:gd name="connsiteY0" fmla="*/ 1576395 h 1665409"/>
              <a:gd name="connsiteX1" fmla="*/ 179010 w 425077"/>
              <a:gd name="connsiteY1" fmla="*/ 0 h 1665409"/>
              <a:gd name="connsiteX2" fmla="*/ 425077 w 425077"/>
              <a:gd name="connsiteY2" fmla="*/ 1665409 h 1665409"/>
              <a:gd name="connsiteX3" fmla="*/ 0 w 425077"/>
              <a:gd name="connsiteY3" fmla="*/ 1576395 h 1665409"/>
              <a:gd name="connsiteX0" fmla="*/ 0 w 425088"/>
              <a:gd name="connsiteY0" fmla="*/ 1554475 h 1665409"/>
              <a:gd name="connsiteX1" fmla="*/ 179021 w 425088"/>
              <a:gd name="connsiteY1" fmla="*/ 0 h 1665409"/>
              <a:gd name="connsiteX2" fmla="*/ 425088 w 425088"/>
              <a:gd name="connsiteY2" fmla="*/ 1665409 h 1665409"/>
              <a:gd name="connsiteX3" fmla="*/ 0 w 425088"/>
              <a:gd name="connsiteY3" fmla="*/ 1554475 h 1665409"/>
              <a:gd name="connsiteX0" fmla="*/ 0 w 418236"/>
              <a:gd name="connsiteY0" fmla="*/ 1556184 h 1665409"/>
              <a:gd name="connsiteX1" fmla="*/ 172169 w 418236"/>
              <a:gd name="connsiteY1" fmla="*/ 0 h 1665409"/>
              <a:gd name="connsiteX2" fmla="*/ 418236 w 418236"/>
              <a:gd name="connsiteY2" fmla="*/ 1665409 h 1665409"/>
              <a:gd name="connsiteX3" fmla="*/ 0 w 418236"/>
              <a:gd name="connsiteY3" fmla="*/ 1556184 h 1665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236" h="1665409">
                <a:moveTo>
                  <a:pt x="0" y="1556184"/>
                </a:moveTo>
                <a:lnTo>
                  <a:pt x="172169" y="0"/>
                </a:lnTo>
                <a:lnTo>
                  <a:pt x="418236" y="1665409"/>
                </a:lnTo>
                <a:lnTo>
                  <a:pt x="0" y="1556184"/>
                </a:lnTo>
                <a:close/>
              </a:path>
            </a:pathLst>
          </a:custGeom>
          <a:solidFill>
            <a:srgbClr val="00B0F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Isosceles Triangle 130">
            <a:extLst>
              <a:ext uri="{FF2B5EF4-FFF2-40B4-BE49-F238E27FC236}">
                <a16:creationId xmlns:a16="http://schemas.microsoft.com/office/drawing/2014/main" id="{0F7979D4-4C20-9AE5-AE02-DA60DDA0CADD}"/>
              </a:ext>
            </a:extLst>
          </p:cNvPr>
          <p:cNvSpPr/>
          <p:nvPr/>
        </p:nvSpPr>
        <p:spPr>
          <a:xfrm rot="20758821">
            <a:off x="5192634" y="4532804"/>
            <a:ext cx="352310" cy="867605"/>
          </a:xfrm>
          <a:custGeom>
            <a:avLst/>
            <a:gdLst>
              <a:gd name="connsiteX0" fmla="*/ 0 w 301215"/>
              <a:gd name="connsiteY0" fmla="*/ 825810 h 825810"/>
              <a:gd name="connsiteX1" fmla="*/ 150608 w 301215"/>
              <a:gd name="connsiteY1" fmla="*/ 0 h 825810"/>
              <a:gd name="connsiteX2" fmla="*/ 301215 w 301215"/>
              <a:gd name="connsiteY2" fmla="*/ 825810 h 825810"/>
              <a:gd name="connsiteX3" fmla="*/ 0 w 301215"/>
              <a:gd name="connsiteY3" fmla="*/ 825810 h 825810"/>
              <a:gd name="connsiteX0" fmla="*/ 0 w 303161"/>
              <a:gd name="connsiteY0" fmla="*/ 767956 h 825810"/>
              <a:gd name="connsiteX1" fmla="*/ 152554 w 303161"/>
              <a:gd name="connsiteY1" fmla="*/ 0 h 825810"/>
              <a:gd name="connsiteX2" fmla="*/ 303161 w 303161"/>
              <a:gd name="connsiteY2" fmla="*/ 825810 h 825810"/>
              <a:gd name="connsiteX3" fmla="*/ 0 w 303161"/>
              <a:gd name="connsiteY3" fmla="*/ 767956 h 825810"/>
              <a:gd name="connsiteX0" fmla="*/ 0 w 313483"/>
              <a:gd name="connsiteY0" fmla="*/ 767956 h 850306"/>
              <a:gd name="connsiteX1" fmla="*/ 152554 w 313483"/>
              <a:gd name="connsiteY1" fmla="*/ 0 h 850306"/>
              <a:gd name="connsiteX2" fmla="*/ 313483 w 313483"/>
              <a:gd name="connsiteY2" fmla="*/ 850306 h 850306"/>
              <a:gd name="connsiteX3" fmla="*/ 0 w 313483"/>
              <a:gd name="connsiteY3" fmla="*/ 767956 h 850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483" h="850306">
                <a:moveTo>
                  <a:pt x="0" y="767956"/>
                </a:moveTo>
                <a:lnTo>
                  <a:pt x="152554" y="0"/>
                </a:lnTo>
                <a:lnTo>
                  <a:pt x="313483" y="850306"/>
                </a:lnTo>
                <a:lnTo>
                  <a:pt x="0" y="767956"/>
                </a:lnTo>
                <a:close/>
              </a:path>
            </a:pathLst>
          </a:custGeom>
          <a:solidFill>
            <a:srgbClr val="00B0F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Isosceles Triangle 129">
            <a:extLst>
              <a:ext uri="{FF2B5EF4-FFF2-40B4-BE49-F238E27FC236}">
                <a16:creationId xmlns:a16="http://schemas.microsoft.com/office/drawing/2014/main" id="{A7F73728-B321-BAFD-8494-9C9382030A30}"/>
              </a:ext>
            </a:extLst>
          </p:cNvPr>
          <p:cNvSpPr/>
          <p:nvPr/>
        </p:nvSpPr>
        <p:spPr>
          <a:xfrm rot="11610811" flipH="1">
            <a:off x="6277922" y="2846296"/>
            <a:ext cx="437171" cy="2113448"/>
          </a:xfrm>
          <a:custGeom>
            <a:avLst/>
            <a:gdLst>
              <a:gd name="connsiteX0" fmla="*/ 0 w 507547"/>
              <a:gd name="connsiteY0" fmla="*/ 1612539 h 1612539"/>
              <a:gd name="connsiteX1" fmla="*/ 253774 w 507547"/>
              <a:gd name="connsiteY1" fmla="*/ 0 h 1612539"/>
              <a:gd name="connsiteX2" fmla="*/ 507547 w 507547"/>
              <a:gd name="connsiteY2" fmla="*/ 1612539 h 1612539"/>
              <a:gd name="connsiteX3" fmla="*/ 0 w 507547"/>
              <a:gd name="connsiteY3" fmla="*/ 1612539 h 1612539"/>
              <a:gd name="connsiteX0" fmla="*/ 0 w 501139"/>
              <a:gd name="connsiteY0" fmla="*/ 1612539 h 1682170"/>
              <a:gd name="connsiteX1" fmla="*/ 253774 w 501139"/>
              <a:gd name="connsiteY1" fmla="*/ 0 h 1682170"/>
              <a:gd name="connsiteX2" fmla="*/ 501139 w 501139"/>
              <a:gd name="connsiteY2" fmla="*/ 1682170 h 1682170"/>
              <a:gd name="connsiteX3" fmla="*/ 0 w 501139"/>
              <a:gd name="connsiteY3" fmla="*/ 1612539 h 1682170"/>
              <a:gd name="connsiteX0" fmla="*/ 0 w 426375"/>
              <a:gd name="connsiteY0" fmla="*/ 1576395 h 1682170"/>
              <a:gd name="connsiteX1" fmla="*/ 179010 w 426375"/>
              <a:gd name="connsiteY1" fmla="*/ 0 h 1682170"/>
              <a:gd name="connsiteX2" fmla="*/ 426375 w 426375"/>
              <a:gd name="connsiteY2" fmla="*/ 1682170 h 1682170"/>
              <a:gd name="connsiteX3" fmla="*/ 0 w 426375"/>
              <a:gd name="connsiteY3" fmla="*/ 1576395 h 1682170"/>
              <a:gd name="connsiteX0" fmla="*/ 0 w 425077"/>
              <a:gd name="connsiteY0" fmla="*/ 1576395 h 1665409"/>
              <a:gd name="connsiteX1" fmla="*/ 179010 w 425077"/>
              <a:gd name="connsiteY1" fmla="*/ 0 h 1665409"/>
              <a:gd name="connsiteX2" fmla="*/ 425077 w 425077"/>
              <a:gd name="connsiteY2" fmla="*/ 1665409 h 1665409"/>
              <a:gd name="connsiteX3" fmla="*/ 0 w 425077"/>
              <a:gd name="connsiteY3" fmla="*/ 1576395 h 1665409"/>
              <a:gd name="connsiteX0" fmla="*/ 0 w 425088"/>
              <a:gd name="connsiteY0" fmla="*/ 1554475 h 1665409"/>
              <a:gd name="connsiteX1" fmla="*/ 179021 w 425088"/>
              <a:gd name="connsiteY1" fmla="*/ 0 h 1665409"/>
              <a:gd name="connsiteX2" fmla="*/ 425088 w 425088"/>
              <a:gd name="connsiteY2" fmla="*/ 1665409 h 1665409"/>
              <a:gd name="connsiteX3" fmla="*/ 0 w 425088"/>
              <a:gd name="connsiteY3" fmla="*/ 1554475 h 1665409"/>
              <a:gd name="connsiteX0" fmla="*/ 0 w 418506"/>
              <a:gd name="connsiteY0" fmla="*/ 1569418 h 1665409"/>
              <a:gd name="connsiteX1" fmla="*/ 172439 w 418506"/>
              <a:gd name="connsiteY1" fmla="*/ 0 h 1665409"/>
              <a:gd name="connsiteX2" fmla="*/ 418506 w 418506"/>
              <a:gd name="connsiteY2" fmla="*/ 1665409 h 1665409"/>
              <a:gd name="connsiteX3" fmla="*/ 0 w 418506"/>
              <a:gd name="connsiteY3" fmla="*/ 1569418 h 1665409"/>
              <a:gd name="connsiteX0" fmla="*/ 0 w 422217"/>
              <a:gd name="connsiteY0" fmla="*/ 1582297 h 1665409"/>
              <a:gd name="connsiteX1" fmla="*/ 176150 w 422217"/>
              <a:gd name="connsiteY1" fmla="*/ 0 h 1665409"/>
              <a:gd name="connsiteX2" fmla="*/ 422217 w 422217"/>
              <a:gd name="connsiteY2" fmla="*/ 1665409 h 1665409"/>
              <a:gd name="connsiteX3" fmla="*/ 0 w 422217"/>
              <a:gd name="connsiteY3" fmla="*/ 1582297 h 1665409"/>
              <a:gd name="connsiteX0" fmla="*/ 0 w 412500"/>
              <a:gd name="connsiteY0" fmla="*/ 1582297 h 1663461"/>
              <a:gd name="connsiteX1" fmla="*/ 176150 w 412500"/>
              <a:gd name="connsiteY1" fmla="*/ 0 h 1663461"/>
              <a:gd name="connsiteX2" fmla="*/ 412500 w 412500"/>
              <a:gd name="connsiteY2" fmla="*/ 1663461 h 1663461"/>
              <a:gd name="connsiteX3" fmla="*/ 0 w 412500"/>
              <a:gd name="connsiteY3" fmla="*/ 1582297 h 1663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500" h="1663461">
                <a:moveTo>
                  <a:pt x="0" y="1582297"/>
                </a:moveTo>
                <a:lnTo>
                  <a:pt x="176150" y="0"/>
                </a:lnTo>
                <a:lnTo>
                  <a:pt x="412500" y="1663461"/>
                </a:lnTo>
                <a:lnTo>
                  <a:pt x="0" y="1582297"/>
                </a:lnTo>
                <a:close/>
              </a:path>
            </a:pathLst>
          </a:custGeom>
          <a:solidFill>
            <a:srgbClr val="0000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Parallelogram 144">
            <a:extLst>
              <a:ext uri="{FF2B5EF4-FFF2-40B4-BE49-F238E27FC236}">
                <a16:creationId xmlns:a16="http://schemas.microsoft.com/office/drawing/2014/main" id="{B7C9C698-2AE0-FEE8-CCEC-514E2605DCDD}"/>
              </a:ext>
            </a:extLst>
          </p:cNvPr>
          <p:cNvSpPr/>
          <p:nvPr/>
        </p:nvSpPr>
        <p:spPr>
          <a:xfrm>
            <a:off x="5281957" y="2930310"/>
            <a:ext cx="1023183" cy="2425520"/>
          </a:xfrm>
          <a:custGeom>
            <a:avLst/>
            <a:gdLst>
              <a:gd name="connsiteX0" fmla="*/ 0 w 1065713"/>
              <a:gd name="connsiteY0" fmla="*/ 2414888 h 2414888"/>
              <a:gd name="connsiteX1" fmla="*/ 635676 w 1065713"/>
              <a:gd name="connsiteY1" fmla="*/ 0 h 2414888"/>
              <a:gd name="connsiteX2" fmla="*/ 1065713 w 1065713"/>
              <a:gd name="connsiteY2" fmla="*/ 0 h 2414888"/>
              <a:gd name="connsiteX3" fmla="*/ 430037 w 1065713"/>
              <a:gd name="connsiteY3" fmla="*/ 2414888 h 2414888"/>
              <a:gd name="connsiteX4" fmla="*/ 0 w 1065713"/>
              <a:gd name="connsiteY4" fmla="*/ 2414888 h 2414888"/>
              <a:gd name="connsiteX0" fmla="*/ 0 w 1039132"/>
              <a:gd name="connsiteY0" fmla="*/ 2425520 h 2425520"/>
              <a:gd name="connsiteX1" fmla="*/ 609095 w 1039132"/>
              <a:gd name="connsiteY1" fmla="*/ 0 h 2425520"/>
              <a:gd name="connsiteX2" fmla="*/ 1039132 w 1039132"/>
              <a:gd name="connsiteY2" fmla="*/ 0 h 2425520"/>
              <a:gd name="connsiteX3" fmla="*/ 403456 w 1039132"/>
              <a:gd name="connsiteY3" fmla="*/ 2414888 h 2425520"/>
              <a:gd name="connsiteX4" fmla="*/ 0 w 1039132"/>
              <a:gd name="connsiteY4" fmla="*/ 2425520 h 2425520"/>
              <a:gd name="connsiteX0" fmla="*/ 0 w 1039132"/>
              <a:gd name="connsiteY0" fmla="*/ 2425520 h 2425520"/>
              <a:gd name="connsiteX1" fmla="*/ 609095 w 1039132"/>
              <a:gd name="connsiteY1" fmla="*/ 0 h 2425520"/>
              <a:gd name="connsiteX2" fmla="*/ 1039132 w 1039132"/>
              <a:gd name="connsiteY2" fmla="*/ 0 h 2425520"/>
              <a:gd name="connsiteX3" fmla="*/ 360926 w 1039132"/>
              <a:gd name="connsiteY3" fmla="*/ 2404255 h 2425520"/>
              <a:gd name="connsiteX4" fmla="*/ 0 w 1039132"/>
              <a:gd name="connsiteY4" fmla="*/ 2425520 h 2425520"/>
              <a:gd name="connsiteX0" fmla="*/ 0 w 1039132"/>
              <a:gd name="connsiteY0" fmla="*/ 2425520 h 2425520"/>
              <a:gd name="connsiteX1" fmla="*/ 609095 w 1039132"/>
              <a:gd name="connsiteY1" fmla="*/ 0 h 2425520"/>
              <a:gd name="connsiteX2" fmla="*/ 1039132 w 1039132"/>
              <a:gd name="connsiteY2" fmla="*/ 0 h 2425520"/>
              <a:gd name="connsiteX3" fmla="*/ 355610 w 1039132"/>
              <a:gd name="connsiteY3" fmla="*/ 2420204 h 2425520"/>
              <a:gd name="connsiteX4" fmla="*/ 0 w 1039132"/>
              <a:gd name="connsiteY4" fmla="*/ 2425520 h 2425520"/>
              <a:gd name="connsiteX0" fmla="*/ 0 w 1033816"/>
              <a:gd name="connsiteY0" fmla="*/ 2409571 h 2420204"/>
              <a:gd name="connsiteX1" fmla="*/ 603779 w 1033816"/>
              <a:gd name="connsiteY1" fmla="*/ 0 h 2420204"/>
              <a:gd name="connsiteX2" fmla="*/ 1033816 w 1033816"/>
              <a:gd name="connsiteY2" fmla="*/ 0 h 2420204"/>
              <a:gd name="connsiteX3" fmla="*/ 350294 w 1033816"/>
              <a:gd name="connsiteY3" fmla="*/ 2420204 h 2420204"/>
              <a:gd name="connsiteX4" fmla="*/ 0 w 1033816"/>
              <a:gd name="connsiteY4" fmla="*/ 2409571 h 2420204"/>
              <a:gd name="connsiteX0" fmla="*/ 0 w 1023183"/>
              <a:gd name="connsiteY0" fmla="*/ 2425520 h 2425520"/>
              <a:gd name="connsiteX1" fmla="*/ 593146 w 1023183"/>
              <a:gd name="connsiteY1" fmla="*/ 0 h 2425520"/>
              <a:gd name="connsiteX2" fmla="*/ 1023183 w 1023183"/>
              <a:gd name="connsiteY2" fmla="*/ 0 h 2425520"/>
              <a:gd name="connsiteX3" fmla="*/ 339661 w 1023183"/>
              <a:gd name="connsiteY3" fmla="*/ 2420204 h 2425520"/>
              <a:gd name="connsiteX4" fmla="*/ 0 w 1023183"/>
              <a:gd name="connsiteY4" fmla="*/ 2425520 h 2425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3183" h="2425520">
                <a:moveTo>
                  <a:pt x="0" y="2425520"/>
                </a:moveTo>
                <a:lnTo>
                  <a:pt x="593146" y="0"/>
                </a:lnTo>
                <a:lnTo>
                  <a:pt x="1023183" y="0"/>
                </a:lnTo>
                <a:lnTo>
                  <a:pt x="339661" y="2420204"/>
                </a:lnTo>
                <a:lnTo>
                  <a:pt x="0" y="2425520"/>
                </a:lnTo>
                <a:close/>
              </a:path>
            </a:pathLst>
          </a:custGeom>
          <a:solidFill>
            <a:srgbClr val="0000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Isosceles Triangle 129">
            <a:extLst>
              <a:ext uri="{FF2B5EF4-FFF2-40B4-BE49-F238E27FC236}">
                <a16:creationId xmlns:a16="http://schemas.microsoft.com/office/drawing/2014/main" id="{664C40A1-3357-E8E5-B62F-843B59CBC5BA}"/>
              </a:ext>
            </a:extLst>
          </p:cNvPr>
          <p:cNvSpPr/>
          <p:nvPr/>
        </p:nvSpPr>
        <p:spPr>
          <a:xfrm rot="9959735">
            <a:off x="6137858" y="2847676"/>
            <a:ext cx="420933" cy="2281389"/>
          </a:xfrm>
          <a:custGeom>
            <a:avLst/>
            <a:gdLst>
              <a:gd name="connsiteX0" fmla="*/ 0 w 507547"/>
              <a:gd name="connsiteY0" fmla="*/ 1612539 h 1612539"/>
              <a:gd name="connsiteX1" fmla="*/ 253774 w 507547"/>
              <a:gd name="connsiteY1" fmla="*/ 0 h 1612539"/>
              <a:gd name="connsiteX2" fmla="*/ 507547 w 507547"/>
              <a:gd name="connsiteY2" fmla="*/ 1612539 h 1612539"/>
              <a:gd name="connsiteX3" fmla="*/ 0 w 507547"/>
              <a:gd name="connsiteY3" fmla="*/ 1612539 h 1612539"/>
              <a:gd name="connsiteX0" fmla="*/ 0 w 501139"/>
              <a:gd name="connsiteY0" fmla="*/ 1612539 h 1682170"/>
              <a:gd name="connsiteX1" fmla="*/ 253774 w 501139"/>
              <a:gd name="connsiteY1" fmla="*/ 0 h 1682170"/>
              <a:gd name="connsiteX2" fmla="*/ 501139 w 501139"/>
              <a:gd name="connsiteY2" fmla="*/ 1682170 h 1682170"/>
              <a:gd name="connsiteX3" fmla="*/ 0 w 501139"/>
              <a:gd name="connsiteY3" fmla="*/ 1612539 h 1682170"/>
              <a:gd name="connsiteX0" fmla="*/ 0 w 426375"/>
              <a:gd name="connsiteY0" fmla="*/ 1576395 h 1682170"/>
              <a:gd name="connsiteX1" fmla="*/ 179010 w 426375"/>
              <a:gd name="connsiteY1" fmla="*/ 0 h 1682170"/>
              <a:gd name="connsiteX2" fmla="*/ 426375 w 426375"/>
              <a:gd name="connsiteY2" fmla="*/ 1682170 h 1682170"/>
              <a:gd name="connsiteX3" fmla="*/ 0 w 426375"/>
              <a:gd name="connsiteY3" fmla="*/ 1576395 h 1682170"/>
              <a:gd name="connsiteX0" fmla="*/ 0 w 425077"/>
              <a:gd name="connsiteY0" fmla="*/ 1576395 h 1665409"/>
              <a:gd name="connsiteX1" fmla="*/ 179010 w 425077"/>
              <a:gd name="connsiteY1" fmla="*/ 0 h 1665409"/>
              <a:gd name="connsiteX2" fmla="*/ 425077 w 425077"/>
              <a:gd name="connsiteY2" fmla="*/ 1665409 h 1665409"/>
              <a:gd name="connsiteX3" fmla="*/ 0 w 425077"/>
              <a:gd name="connsiteY3" fmla="*/ 1576395 h 1665409"/>
              <a:gd name="connsiteX0" fmla="*/ 0 w 425088"/>
              <a:gd name="connsiteY0" fmla="*/ 1554475 h 1665409"/>
              <a:gd name="connsiteX1" fmla="*/ 179021 w 425088"/>
              <a:gd name="connsiteY1" fmla="*/ 0 h 1665409"/>
              <a:gd name="connsiteX2" fmla="*/ 425088 w 425088"/>
              <a:gd name="connsiteY2" fmla="*/ 1665409 h 1665409"/>
              <a:gd name="connsiteX3" fmla="*/ 0 w 425088"/>
              <a:gd name="connsiteY3" fmla="*/ 1554475 h 1665409"/>
              <a:gd name="connsiteX0" fmla="*/ 0 w 425088"/>
              <a:gd name="connsiteY0" fmla="*/ 1555504 h 1666438"/>
              <a:gd name="connsiteX1" fmla="*/ 196707 w 425088"/>
              <a:gd name="connsiteY1" fmla="*/ 0 h 1666438"/>
              <a:gd name="connsiteX2" fmla="*/ 425088 w 425088"/>
              <a:gd name="connsiteY2" fmla="*/ 1666438 h 1666438"/>
              <a:gd name="connsiteX3" fmla="*/ 0 w 425088"/>
              <a:gd name="connsiteY3" fmla="*/ 1555504 h 1666438"/>
              <a:gd name="connsiteX0" fmla="*/ 0 w 425088"/>
              <a:gd name="connsiteY0" fmla="*/ 1557543 h 1668477"/>
              <a:gd name="connsiteX1" fmla="*/ 185822 w 425088"/>
              <a:gd name="connsiteY1" fmla="*/ 0 h 1668477"/>
              <a:gd name="connsiteX2" fmla="*/ 425088 w 425088"/>
              <a:gd name="connsiteY2" fmla="*/ 1668477 h 1668477"/>
              <a:gd name="connsiteX3" fmla="*/ 0 w 425088"/>
              <a:gd name="connsiteY3" fmla="*/ 1557543 h 1668477"/>
              <a:gd name="connsiteX0" fmla="*/ 0 w 420977"/>
              <a:gd name="connsiteY0" fmla="*/ 1597378 h 1668477"/>
              <a:gd name="connsiteX1" fmla="*/ 181711 w 420977"/>
              <a:gd name="connsiteY1" fmla="*/ 0 h 1668477"/>
              <a:gd name="connsiteX2" fmla="*/ 420977 w 420977"/>
              <a:gd name="connsiteY2" fmla="*/ 1668477 h 1668477"/>
              <a:gd name="connsiteX3" fmla="*/ 0 w 420977"/>
              <a:gd name="connsiteY3" fmla="*/ 1597378 h 1668477"/>
              <a:gd name="connsiteX0" fmla="*/ 0 w 427791"/>
              <a:gd name="connsiteY0" fmla="*/ 1597378 h 1682775"/>
              <a:gd name="connsiteX1" fmla="*/ 181711 w 427791"/>
              <a:gd name="connsiteY1" fmla="*/ 0 h 1682775"/>
              <a:gd name="connsiteX2" fmla="*/ 427791 w 427791"/>
              <a:gd name="connsiteY2" fmla="*/ 1682775 h 1682775"/>
              <a:gd name="connsiteX3" fmla="*/ 0 w 427791"/>
              <a:gd name="connsiteY3" fmla="*/ 1597378 h 1682775"/>
              <a:gd name="connsiteX0" fmla="*/ 0 w 421795"/>
              <a:gd name="connsiteY0" fmla="*/ 1601166 h 1682775"/>
              <a:gd name="connsiteX1" fmla="*/ 175715 w 421795"/>
              <a:gd name="connsiteY1" fmla="*/ 0 h 1682775"/>
              <a:gd name="connsiteX2" fmla="*/ 421795 w 421795"/>
              <a:gd name="connsiteY2" fmla="*/ 1682775 h 1682775"/>
              <a:gd name="connsiteX3" fmla="*/ 0 w 421795"/>
              <a:gd name="connsiteY3" fmla="*/ 1601166 h 1682775"/>
              <a:gd name="connsiteX0" fmla="*/ 0 w 420933"/>
              <a:gd name="connsiteY0" fmla="*/ 1609377 h 1682775"/>
              <a:gd name="connsiteX1" fmla="*/ 174853 w 420933"/>
              <a:gd name="connsiteY1" fmla="*/ 0 h 1682775"/>
              <a:gd name="connsiteX2" fmla="*/ 420933 w 420933"/>
              <a:gd name="connsiteY2" fmla="*/ 1682775 h 1682775"/>
              <a:gd name="connsiteX3" fmla="*/ 0 w 420933"/>
              <a:gd name="connsiteY3" fmla="*/ 1609377 h 168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933" h="1682775">
                <a:moveTo>
                  <a:pt x="0" y="1609377"/>
                </a:moveTo>
                <a:lnTo>
                  <a:pt x="174853" y="0"/>
                </a:lnTo>
                <a:lnTo>
                  <a:pt x="420933" y="1682775"/>
                </a:lnTo>
                <a:lnTo>
                  <a:pt x="0" y="1609377"/>
                </a:lnTo>
                <a:close/>
              </a:path>
            </a:pathLst>
          </a:custGeom>
          <a:solidFill>
            <a:schemeClr val="accent6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Isosceles Triangle 130">
            <a:extLst>
              <a:ext uri="{FF2B5EF4-FFF2-40B4-BE49-F238E27FC236}">
                <a16:creationId xmlns:a16="http://schemas.microsoft.com/office/drawing/2014/main" id="{3253AAA2-6701-AF10-6472-4DD87067159B}"/>
              </a:ext>
            </a:extLst>
          </p:cNvPr>
          <p:cNvSpPr/>
          <p:nvPr/>
        </p:nvSpPr>
        <p:spPr>
          <a:xfrm rot="20758821">
            <a:off x="6609135" y="4980592"/>
            <a:ext cx="140924" cy="388155"/>
          </a:xfrm>
          <a:custGeom>
            <a:avLst/>
            <a:gdLst>
              <a:gd name="connsiteX0" fmla="*/ 0 w 301215"/>
              <a:gd name="connsiteY0" fmla="*/ 825810 h 825810"/>
              <a:gd name="connsiteX1" fmla="*/ 150608 w 301215"/>
              <a:gd name="connsiteY1" fmla="*/ 0 h 825810"/>
              <a:gd name="connsiteX2" fmla="*/ 301215 w 301215"/>
              <a:gd name="connsiteY2" fmla="*/ 825810 h 825810"/>
              <a:gd name="connsiteX3" fmla="*/ 0 w 301215"/>
              <a:gd name="connsiteY3" fmla="*/ 825810 h 825810"/>
              <a:gd name="connsiteX0" fmla="*/ 0 w 303161"/>
              <a:gd name="connsiteY0" fmla="*/ 767956 h 825810"/>
              <a:gd name="connsiteX1" fmla="*/ 152554 w 303161"/>
              <a:gd name="connsiteY1" fmla="*/ 0 h 825810"/>
              <a:gd name="connsiteX2" fmla="*/ 303161 w 303161"/>
              <a:gd name="connsiteY2" fmla="*/ 825810 h 825810"/>
              <a:gd name="connsiteX3" fmla="*/ 0 w 303161"/>
              <a:gd name="connsiteY3" fmla="*/ 767956 h 825810"/>
              <a:gd name="connsiteX0" fmla="*/ 0 w 313483"/>
              <a:gd name="connsiteY0" fmla="*/ 767956 h 850306"/>
              <a:gd name="connsiteX1" fmla="*/ 152554 w 313483"/>
              <a:gd name="connsiteY1" fmla="*/ 0 h 850306"/>
              <a:gd name="connsiteX2" fmla="*/ 313483 w 313483"/>
              <a:gd name="connsiteY2" fmla="*/ 850306 h 850306"/>
              <a:gd name="connsiteX3" fmla="*/ 0 w 313483"/>
              <a:gd name="connsiteY3" fmla="*/ 767956 h 850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483" h="850306">
                <a:moveTo>
                  <a:pt x="0" y="767956"/>
                </a:moveTo>
                <a:lnTo>
                  <a:pt x="152554" y="0"/>
                </a:lnTo>
                <a:lnTo>
                  <a:pt x="313483" y="850306"/>
                </a:lnTo>
                <a:lnTo>
                  <a:pt x="0" y="767956"/>
                </a:lnTo>
                <a:close/>
              </a:path>
            </a:pathLst>
          </a:custGeom>
          <a:solidFill>
            <a:schemeClr val="accent6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Parallelogram 144">
            <a:extLst>
              <a:ext uri="{FF2B5EF4-FFF2-40B4-BE49-F238E27FC236}">
                <a16:creationId xmlns:a16="http://schemas.microsoft.com/office/drawing/2014/main" id="{CCA2A1D5-45DB-434D-5408-B0D94D32D643}"/>
              </a:ext>
            </a:extLst>
          </p:cNvPr>
          <p:cNvSpPr/>
          <p:nvPr/>
        </p:nvSpPr>
        <p:spPr>
          <a:xfrm>
            <a:off x="6651761" y="2926852"/>
            <a:ext cx="959388" cy="2430836"/>
          </a:xfrm>
          <a:custGeom>
            <a:avLst/>
            <a:gdLst>
              <a:gd name="connsiteX0" fmla="*/ 0 w 1065713"/>
              <a:gd name="connsiteY0" fmla="*/ 2414888 h 2414888"/>
              <a:gd name="connsiteX1" fmla="*/ 635676 w 1065713"/>
              <a:gd name="connsiteY1" fmla="*/ 0 h 2414888"/>
              <a:gd name="connsiteX2" fmla="*/ 1065713 w 1065713"/>
              <a:gd name="connsiteY2" fmla="*/ 0 h 2414888"/>
              <a:gd name="connsiteX3" fmla="*/ 430037 w 1065713"/>
              <a:gd name="connsiteY3" fmla="*/ 2414888 h 2414888"/>
              <a:gd name="connsiteX4" fmla="*/ 0 w 1065713"/>
              <a:gd name="connsiteY4" fmla="*/ 2414888 h 2414888"/>
              <a:gd name="connsiteX0" fmla="*/ 0 w 1039132"/>
              <a:gd name="connsiteY0" fmla="*/ 2425520 h 2425520"/>
              <a:gd name="connsiteX1" fmla="*/ 609095 w 1039132"/>
              <a:gd name="connsiteY1" fmla="*/ 0 h 2425520"/>
              <a:gd name="connsiteX2" fmla="*/ 1039132 w 1039132"/>
              <a:gd name="connsiteY2" fmla="*/ 0 h 2425520"/>
              <a:gd name="connsiteX3" fmla="*/ 403456 w 1039132"/>
              <a:gd name="connsiteY3" fmla="*/ 2414888 h 2425520"/>
              <a:gd name="connsiteX4" fmla="*/ 0 w 1039132"/>
              <a:gd name="connsiteY4" fmla="*/ 2425520 h 2425520"/>
              <a:gd name="connsiteX0" fmla="*/ 0 w 1039132"/>
              <a:gd name="connsiteY0" fmla="*/ 2425520 h 2425520"/>
              <a:gd name="connsiteX1" fmla="*/ 609095 w 1039132"/>
              <a:gd name="connsiteY1" fmla="*/ 0 h 2425520"/>
              <a:gd name="connsiteX2" fmla="*/ 1039132 w 1039132"/>
              <a:gd name="connsiteY2" fmla="*/ 0 h 2425520"/>
              <a:gd name="connsiteX3" fmla="*/ 360926 w 1039132"/>
              <a:gd name="connsiteY3" fmla="*/ 2404255 h 2425520"/>
              <a:gd name="connsiteX4" fmla="*/ 0 w 1039132"/>
              <a:gd name="connsiteY4" fmla="*/ 2425520 h 2425520"/>
              <a:gd name="connsiteX0" fmla="*/ 0 w 1039132"/>
              <a:gd name="connsiteY0" fmla="*/ 2425520 h 2425520"/>
              <a:gd name="connsiteX1" fmla="*/ 609095 w 1039132"/>
              <a:gd name="connsiteY1" fmla="*/ 0 h 2425520"/>
              <a:gd name="connsiteX2" fmla="*/ 1039132 w 1039132"/>
              <a:gd name="connsiteY2" fmla="*/ 0 h 2425520"/>
              <a:gd name="connsiteX3" fmla="*/ 355610 w 1039132"/>
              <a:gd name="connsiteY3" fmla="*/ 2420204 h 2425520"/>
              <a:gd name="connsiteX4" fmla="*/ 0 w 1039132"/>
              <a:gd name="connsiteY4" fmla="*/ 2425520 h 2425520"/>
              <a:gd name="connsiteX0" fmla="*/ 0 w 1033816"/>
              <a:gd name="connsiteY0" fmla="*/ 2409571 h 2420204"/>
              <a:gd name="connsiteX1" fmla="*/ 603779 w 1033816"/>
              <a:gd name="connsiteY1" fmla="*/ 0 h 2420204"/>
              <a:gd name="connsiteX2" fmla="*/ 1033816 w 1033816"/>
              <a:gd name="connsiteY2" fmla="*/ 0 h 2420204"/>
              <a:gd name="connsiteX3" fmla="*/ 350294 w 1033816"/>
              <a:gd name="connsiteY3" fmla="*/ 2420204 h 2420204"/>
              <a:gd name="connsiteX4" fmla="*/ 0 w 1033816"/>
              <a:gd name="connsiteY4" fmla="*/ 2409571 h 2420204"/>
              <a:gd name="connsiteX0" fmla="*/ 0 w 1023183"/>
              <a:gd name="connsiteY0" fmla="*/ 2425520 h 2425520"/>
              <a:gd name="connsiteX1" fmla="*/ 593146 w 1023183"/>
              <a:gd name="connsiteY1" fmla="*/ 0 h 2425520"/>
              <a:gd name="connsiteX2" fmla="*/ 1023183 w 1023183"/>
              <a:gd name="connsiteY2" fmla="*/ 0 h 2425520"/>
              <a:gd name="connsiteX3" fmla="*/ 339661 w 1023183"/>
              <a:gd name="connsiteY3" fmla="*/ 2420204 h 2425520"/>
              <a:gd name="connsiteX4" fmla="*/ 0 w 1023183"/>
              <a:gd name="connsiteY4" fmla="*/ 2425520 h 2425520"/>
              <a:gd name="connsiteX0" fmla="*/ 0 w 1023183"/>
              <a:gd name="connsiteY0" fmla="*/ 2425520 h 2425520"/>
              <a:gd name="connsiteX1" fmla="*/ 593146 w 1023183"/>
              <a:gd name="connsiteY1" fmla="*/ 0 h 2425520"/>
              <a:gd name="connsiteX2" fmla="*/ 1023183 w 1023183"/>
              <a:gd name="connsiteY2" fmla="*/ 0 h 2425520"/>
              <a:gd name="connsiteX3" fmla="*/ 201438 w 1023183"/>
              <a:gd name="connsiteY3" fmla="*/ 2420204 h 2425520"/>
              <a:gd name="connsiteX4" fmla="*/ 0 w 1023183"/>
              <a:gd name="connsiteY4" fmla="*/ 2425520 h 2425520"/>
              <a:gd name="connsiteX0" fmla="*/ 0 w 964704"/>
              <a:gd name="connsiteY0" fmla="*/ 2409571 h 2420204"/>
              <a:gd name="connsiteX1" fmla="*/ 534667 w 964704"/>
              <a:gd name="connsiteY1" fmla="*/ 0 h 2420204"/>
              <a:gd name="connsiteX2" fmla="*/ 964704 w 964704"/>
              <a:gd name="connsiteY2" fmla="*/ 0 h 2420204"/>
              <a:gd name="connsiteX3" fmla="*/ 142959 w 964704"/>
              <a:gd name="connsiteY3" fmla="*/ 2420204 h 2420204"/>
              <a:gd name="connsiteX4" fmla="*/ 0 w 964704"/>
              <a:gd name="connsiteY4" fmla="*/ 2409571 h 2420204"/>
              <a:gd name="connsiteX0" fmla="*/ 0 w 959388"/>
              <a:gd name="connsiteY0" fmla="*/ 2430836 h 2430836"/>
              <a:gd name="connsiteX1" fmla="*/ 529351 w 959388"/>
              <a:gd name="connsiteY1" fmla="*/ 0 h 2430836"/>
              <a:gd name="connsiteX2" fmla="*/ 959388 w 959388"/>
              <a:gd name="connsiteY2" fmla="*/ 0 h 2430836"/>
              <a:gd name="connsiteX3" fmla="*/ 137643 w 959388"/>
              <a:gd name="connsiteY3" fmla="*/ 2420204 h 2430836"/>
              <a:gd name="connsiteX4" fmla="*/ 0 w 959388"/>
              <a:gd name="connsiteY4" fmla="*/ 2430836 h 243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9388" h="2430836">
                <a:moveTo>
                  <a:pt x="0" y="2430836"/>
                </a:moveTo>
                <a:lnTo>
                  <a:pt x="529351" y="0"/>
                </a:lnTo>
                <a:lnTo>
                  <a:pt x="959388" y="0"/>
                </a:lnTo>
                <a:lnTo>
                  <a:pt x="137643" y="2420204"/>
                </a:lnTo>
                <a:lnTo>
                  <a:pt x="0" y="2430836"/>
                </a:lnTo>
                <a:close/>
              </a:path>
            </a:pathLst>
          </a:custGeom>
          <a:solidFill>
            <a:srgbClr val="9966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Isosceles Triangle 129">
            <a:extLst>
              <a:ext uri="{FF2B5EF4-FFF2-40B4-BE49-F238E27FC236}">
                <a16:creationId xmlns:a16="http://schemas.microsoft.com/office/drawing/2014/main" id="{C47499C6-58EF-787D-A9DD-8D5FEAD5FF4F}"/>
              </a:ext>
            </a:extLst>
          </p:cNvPr>
          <p:cNvSpPr/>
          <p:nvPr/>
        </p:nvSpPr>
        <p:spPr>
          <a:xfrm rot="11640265" flipH="1">
            <a:off x="5021560" y="2850444"/>
            <a:ext cx="430354" cy="2310876"/>
          </a:xfrm>
          <a:custGeom>
            <a:avLst/>
            <a:gdLst>
              <a:gd name="connsiteX0" fmla="*/ 0 w 507547"/>
              <a:gd name="connsiteY0" fmla="*/ 1612539 h 1612539"/>
              <a:gd name="connsiteX1" fmla="*/ 253774 w 507547"/>
              <a:gd name="connsiteY1" fmla="*/ 0 h 1612539"/>
              <a:gd name="connsiteX2" fmla="*/ 507547 w 507547"/>
              <a:gd name="connsiteY2" fmla="*/ 1612539 h 1612539"/>
              <a:gd name="connsiteX3" fmla="*/ 0 w 507547"/>
              <a:gd name="connsiteY3" fmla="*/ 1612539 h 1612539"/>
              <a:gd name="connsiteX0" fmla="*/ 0 w 501139"/>
              <a:gd name="connsiteY0" fmla="*/ 1612539 h 1682170"/>
              <a:gd name="connsiteX1" fmla="*/ 253774 w 501139"/>
              <a:gd name="connsiteY1" fmla="*/ 0 h 1682170"/>
              <a:gd name="connsiteX2" fmla="*/ 501139 w 501139"/>
              <a:gd name="connsiteY2" fmla="*/ 1682170 h 1682170"/>
              <a:gd name="connsiteX3" fmla="*/ 0 w 501139"/>
              <a:gd name="connsiteY3" fmla="*/ 1612539 h 1682170"/>
              <a:gd name="connsiteX0" fmla="*/ 0 w 426375"/>
              <a:gd name="connsiteY0" fmla="*/ 1576395 h 1682170"/>
              <a:gd name="connsiteX1" fmla="*/ 179010 w 426375"/>
              <a:gd name="connsiteY1" fmla="*/ 0 h 1682170"/>
              <a:gd name="connsiteX2" fmla="*/ 426375 w 426375"/>
              <a:gd name="connsiteY2" fmla="*/ 1682170 h 1682170"/>
              <a:gd name="connsiteX3" fmla="*/ 0 w 426375"/>
              <a:gd name="connsiteY3" fmla="*/ 1576395 h 1682170"/>
              <a:gd name="connsiteX0" fmla="*/ 0 w 425077"/>
              <a:gd name="connsiteY0" fmla="*/ 1576395 h 1665409"/>
              <a:gd name="connsiteX1" fmla="*/ 179010 w 425077"/>
              <a:gd name="connsiteY1" fmla="*/ 0 h 1665409"/>
              <a:gd name="connsiteX2" fmla="*/ 425077 w 425077"/>
              <a:gd name="connsiteY2" fmla="*/ 1665409 h 1665409"/>
              <a:gd name="connsiteX3" fmla="*/ 0 w 425077"/>
              <a:gd name="connsiteY3" fmla="*/ 1576395 h 1665409"/>
              <a:gd name="connsiteX0" fmla="*/ 0 w 425088"/>
              <a:gd name="connsiteY0" fmla="*/ 1554475 h 1665409"/>
              <a:gd name="connsiteX1" fmla="*/ 179021 w 425088"/>
              <a:gd name="connsiteY1" fmla="*/ 0 h 1665409"/>
              <a:gd name="connsiteX2" fmla="*/ 425088 w 425088"/>
              <a:gd name="connsiteY2" fmla="*/ 1665409 h 1665409"/>
              <a:gd name="connsiteX3" fmla="*/ 0 w 425088"/>
              <a:gd name="connsiteY3" fmla="*/ 1554475 h 1665409"/>
              <a:gd name="connsiteX0" fmla="*/ 0 w 425088"/>
              <a:gd name="connsiteY0" fmla="*/ 1555504 h 1666438"/>
              <a:gd name="connsiteX1" fmla="*/ 196707 w 425088"/>
              <a:gd name="connsiteY1" fmla="*/ 0 h 1666438"/>
              <a:gd name="connsiteX2" fmla="*/ 425088 w 425088"/>
              <a:gd name="connsiteY2" fmla="*/ 1666438 h 1666438"/>
              <a:gd name="connsiteX3" fmla="*/ 0 w 425088"/>
              <a:gd name="connsiteY3" fmla="*/ 1555504 h 1666438"/>
              <a:gd name="connsiteX0" fmla="*/ 0 w 425088"/>
              <a:gd name="connsiteY0" fmla="*/ 1557543 h 1668477"/>
              <a:gd name="connsiteX1" fmla="*/ 185822 w 425088"/>
              <a:gd name="connsiteY1" fmla="*/ 0 h 1668477"/>
              <a:gd name="connsiteX2" fmla="*/ 425088 w 425088"/>
              <a:gd name="connsiteY2" fmla="*/ 1668477 h 1668477"/>
              <a:gd name="connsiteX3" fmla="*/ 0 w 425088"/>
              <a:gd name="connsiteY3" fmla="*/ 1557543 h 1668477"/>
              <a:gd name="connsiteX0" fmla="*/ 0 w 420977"/>
              <a:gd name="connsiteY0" fmla="*/ 1597378 h 1668477"/>
              <a:gd name="connsiteX1" fmla="*/ 181711 w 420977"/>
              <a:gd name="connsiteY1" fmla="*/ 0 h 1668477"/>
              <a:gd name="connsiteX2" fmla="*/ 420977 w 420977"/>
              <a:gd name="connsiteY2" fmla="*/ 1668477 h 1668477"/>
              <a:gd name="connsiteX3" fmla="*/ 0 w 420977"/>
              <a:gd name="connsiteY3" fmla="*/ 1597378 h 1668477"/>
              <a:gd name="connsiteX0" fmla="*/ 0 w 427791"/>
              <a:gd name="connsiteY0" fmla="*/ 1597378 h 1682775"/>
              <a:gd name="connsiteX1" fmla="*/ 181711 w 427791"/>
              <a:gd name="connsiteY1" fmla="*/ 0 h 1682775"/>
              <a:gd name="connsiteX2" fmla="*/ 427791 w 427791"/>
              <a:gd name="connsiteY2" fmla="*/ 1682775 h 1682775"/>
              <a:gd name="connsiteX3" fmla="*/ 0 w 427791"/>
              <a:gd name="connsiteY3" fmla="*/ 1597378 h 1682775"/>
              <a:gd name="connsiteX0" fmla="*/ 0 w 430354"/>
              <a:gd name="connsiteY0" fmla="*/ 1597378 h 1675325"/>
              <a:gd name="connsiteX1" fmla="*/ 181711 w 430354"/>
              <a:gd name="connsiteY1" fmla="*/ 0 h 1675325"/>
              <a:gd name="connsiteX2" fmla="*/ 430354 w 430354"/>
              <a:gd name="connsiteY2" fmla="*/ 1675325 h 1675325"/>
              <a:gd name="connsiteX3" fmla="*/ 0 w 430354"/>
              <a:gd name="connsiteY3" fmla="*/ 1597378 h 167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0354" h="1675325">
                <a:moveTo>
                  <a:pt x="0" y="1597378"/>
                </a:moveTo>
                <a:lnTo>
                  <a:pt x="181711" y="0"/>
                </a:lnTo>
                <a:lnTo>
                  <a:pt x="430354" y="1675325"/>
                </a:lnTo>
                <a:lnTo>
                  <a:pt x="0" y="1597378"/>
                </a:lnTo>
                <a:close/>
              </a:path>
            </a:pathLst>
          </a:custGeom>
          <a:solidFill>
            <a:srgbClr val="9966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FD34E517-A806-E285-6C10-5EA8D74CB01D}"/>
              </a:ext>
            </a:extLst>
          </p:cNvPr>
          <p:cNvCxnSpPr>
            <a:cxnSpLocks/>
          </p:cNvCxnSpPr>
          <p:nvPr/>
        </p:nvCxnSpPr>
        <p:spPr>
          <a:xfrm>
            <a:off x="4861273" y="5373038"/>
            <a:ext cx="2506704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3734BB9E-35CF-A5E3-67EA-F4CC6EB016F3}"/>
              </a:ext>
            </a:extLst>
          </p:cNvPr>
          <p:cNvCxnSpPr/>
          <p:nvPr/>
        </p:nvCxnSpPr>
        <p:spPr>
          <a:xfrm flipV="1">
            <a:off x="5455244" y="2932207"/>
            <a:ext cx="628804" cy="2451463"/>
          </a:xfrm>
          <a:prstGeom prst="line">
            <a:avLst/>
          </a:prstGeom>
          <a:ln w="28575">
            <a:solidFill>
              <a:srgbClr val="0000FF"/>
            </a:solidFill>
            <a:tail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B6348704-8065-CDC0-850A-92D64936898E}"/>
              </a:ext>
            </a:extLst>
          </p:cNvPr>
          <p:cNvCxnSpPr>
            <a:cxnSpLocks/>
          </p:cNvCxnSpPr>
          <p:nvPr/>
        </p:nvCxnSpPr>
        <p:spPr>
          <a:xfrm flipV="1">
            <a:off x="5497746" y="480743"/>
            <a:ext cx="1205861" cy="2451463"/>
          </a:xfrm>
          <a:prstGeom prst="line">
            <a:avLst/>
          </a:prstGeom>
          <a:ln w="28575">
            <a:solidFill>
              <a:srgbClr val="996600"/>
            </a:solidFill>
            <a:head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66092528-EBB8-2CE6-2F42-CA2D87EEE6C7}"/>
              </a:ext>
            </a:extLst>
          </p:cNvPr>
          <p:cNvCxnSpPr>
            <a:cxnSpLocks/>
          </p:cNvCxnSpPr>
          <p:nvPr/>
        </p:nvCxnSpPr>
        <p:spPr>
          <a:xfrm>
            <a:off x="5477786" y="2932204"/>
            <a:ext cx="628804" cy="245146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B3215AED-5817-E743-567F-B0445B2BFCBF}"/>
              </a:ext>
            </a:extLst>
          </p:cNvPr>
          <p:cNvCxnSpPr>
            <a:cxnSpLocks/>
          </p:cNvCxnSpPr>
          <p:nvPr/>
        </p:nvCxnSpPr>
        <p:spPr>
          <a:xfrm flipH="1">
            <a:off x="6100676" y="2932204"/>
            <a:ext cx="628804" cy="2451463"/>
          </a:xfrm>
          <a:prstGeom prst="line">
            <a:avLst/>
          </a:prstGeom>
          <a:ln w="28575">
            <a:solidFill>
              <a:srgbClr val="0000FF"/>
            </a:solidFill>
            <a:tail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BAA97AF-9F41-91ED-ECB4-02E1F9ACC40F}"/>
              </a:ext>
            </a:extLst>
          </p:cNvPr>
          <p:cNvCxnSpPr>
            <a:cxnSpLocks/>
          </p:cNvCxnSpPr>
          <p:nvPr/>
        </p:nvCxnSpPr>
        <p:spPr>
          <a:xfrm flipH="1" flipV="1">
            <a:off x="4836815" y="2907739"/>
            <a:ext cx="618429" cy="2376766"/>
          </a:xfrm>
          <a:prstGeom prst="line">
            <a:avLst/>
          </a:prstGeom>
          <a:ln w="28575">
            <a:solidFill>
              <a:srgbClr val="00B0F0"/>
            </a:solidFill>
            <a:headEnd type="triangle"/>
          </a:ln>
          <a:effectLst>
            <a:glow rad="25400">
              <a:schemeClr val="tx1"/>
            </a:glow>
            <a:innerShdw blurRad="114300">
              <a:prstClr val="black"/>
            </a:inn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AEEB54E5-7C57-E239-776D-33E03DCB22D1}"/>
              </a:ext>
            </a:extLst>
          </p:cNvPr>
          <p:cNvCxnSpPr>
            <a:cxnSpLocks/>
          </p:cNvCxnSpPr>
          <p:nvPr/>
        </p:nvCxnSpPr>
        <p:spPr>
          <a:xfrm flipV="1">
            <a:off x="4827881" y="505214"/>
            <a:ext cx="645229" cy="2402525"/>
          </a:xfrm>
          <a:prstGeom prst="line">
            <a:avLst/>
          </a:prstGeom>
          <a:ln w="28575">
            <a:solidFill>
              <a:srgbClr val="00B0F0"/>
            </a:solidFill>
            <a:head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914AA210-1E7A-1DEC-1B50-893033BEBE84}"/>
              </a:ext>
            </a:extLst>
          </p:cNvPr>
          <p:cNvCxnSpPr>
            <a:cxnSpLocks/>
          </p:cNvCxnSpPr>
          <p:nvPr/>
        </p:nvCxnSpPr>
        <p:spPr>
          <a:xfrm flipH="1" flipV="1">
            <a:off x="5475067" y="496297"/>
            <a:ext cx="1250503" cy="2460377"/>
          </a:xfrm>
          <a:prstGeom prst="line">
            <a:avLst/>
          </a:prstGeom>
          <a:ln w="28575">
            <a:solidFill>
              <a:srgbClr val="00B0F0"/>
            </a:solidFill>
            <a:tail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307EE48-A212-1154-5AE6-247F6241C753}"/>
              </a:ext>
            </a:extLst>
          </p:cNvPr>
          <p:cNvCxnSpPr>
            <a:cxnSpLocks/>
          </p:cNvCxnSpPr>
          <p:nvPr/>
        </p:nvCxnSpPr>
        <p:spPr>
          <a:xfrm flipV="1">
            <a:off x="4895815" y="411852"/>
            <a:ext cx="1218810" cy="12793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7F1FDF74-98DC-827E-BAEE-1D595F3A4435}"/>
              </a:ext>
            </a:extLst>
          </p:cNvPr>
          <p:cNvCxnSpPr>
            <a:cxnSpLocks/>
          </p:cNvCxnSpPr>
          <p:nvPr/>
        </p:nvCxnSpPr>
        <p:spPr>
          <a:xfrm>
            <a:off x="6090697" y="411852"/>
            <a:ext cx="1218810" cy="12793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5B4792C-0273-F651-4A9C-CA379B35C708}"/>
              </a:ext>
            </a:extLst>
          </p:cNvPr>
          <p:cNvCxnSpPr>
            <a:cxnSpLocks/>
          </p:cNvCxnSpPr>
          <p:nvPr/>
        </p:nvCxnSpPr>
        <p:spPr>
          <a:xfrm>
            <a:off x="7070942" y="4948126"/>
            <a:ext cx="457200" cy="45720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B4239E48-5E77-5586-61E9-893D73843C7E}"/>
              </a:ext>
            </a:extLst>
          </p:cNvPr>
          <p:cNvCxnSpPr>
            <a:cxnSpLocks/>
          </p:cNvCxnSpPr>
          <p:nvPr/>
        </p:nvCxnSpPr>
        <p:spPr>
          <a:xfrm rot="5400000">
            <a:off x="4698649" y="4908628"/>
            <a:ext cx="457200" cy="45720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7E3A3F6-41F4-5C72-D234-8E61A0627C42}"/>
              </a:ext>
            </a:extLst>
          </p:cNvPr>
          <p:cNvCxnSpPr>
            <a:cxnSpLocks/>
          </p:cNvCxnSpPr>
          <p:nvPr/>
        </p:nvCxnSpPr>
        <p:spPr>
          <a:xfrm flipH="1" flipV="1">
            <a:off x="6726461" y="2956676"/>
            <a:ext cx="573081" cy="2219058"/>
          </a:xfrm>
          <a:prstGeom prst="line">
            <a:avLst/>
          </a:prstGeom>
          <a:ln w="28575">
            <a:solidFill>
              <a:srgbClr val="00B0F0"/>
            </a:solidFill>
            <a:tail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E7B40022-311D-2E26-E161-D4B9C9D280A0}"/>
              </a:ext>
            </a:extLst>
          </p:cNvPr>
          <p:cNvCxnSpPr>
            <a:cxnSpLocks/>
          </p:cNvCxnSpPr>
          <p:nvPr/>
        </p:nvCxnSpPr>
        <p:spPr>
          <a:xfrm flipH="1">
            <a:off x="7260980" y="5154314"/>
            <a:ext cx="3337560" cy="0"/>
          </a:xfrm>
          <a:prstGeom prst="line">
            <a:avLst/>
          </a:prstGeom>
          <a:ln w="28575">
            <a:solidFill>
              <a:srgbClr val="9966FF"/>
            </a:solidFill>
            <a:tail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B9BC3D5A-6E54-4CD7-FF37-760010BBF5E4}"/>
              </a:ext>
            </a:extLst>
          </p:cNvPr>
          <p:cNvSpPr txBox="1"/>
          <p:nvPr/>
        </p:nvSpPr>
        <p:spPr>
          <a:xfrm>
            <a:off x="9867540" y="5714219"/>
            <a:ext cx="14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</a:t>
            </a:r>
          </a:p>
        </p:txBody>
      </p: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D1A470B3-8324-BF1F-374E-7A7C5ACB5C93}"/>
              </a:ext>
            </a:extLst>
          </p:cNvPr>
          <p:cNvCxnSpPr>
            <a:cxnSpLocks/>
          </p:cNvCxnSpPr>
          <p:nvPr/>
        </p:nvCxnSpPr>
        <p:spPr>
          <a:xfrm flipH="1">
            <a:off x="628270" y="4684154"/>
            <a:ext cx="0" cy="946947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5C5FB18-AD19-9514-EFBF-A4CFBDB23E38}"/>
              </a:ext>
            </a:extLst>
          </p:cNvPr>
          <p:cNvCxnSpPr>
            <a:cxnSpLocks/>
          </p:cNvCxnSpPr>
          <p:nvPr/>
        </p:nvCxnSpPr>
        <p:spPr>
          <a:xfrm flipH="1">
            <a:off x="635487" y="5136278"/>
            <a:ext cx="4268327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  <a:effectLst>
            <a:glow rad="25400">
              <a:srgbClr val="000000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130E74A3-69DC-D5B9-4547-97E487F7AC7B}"/>
              </a:ext>
            </a:extLst>
          </p:cNvPr>
          <p:cNvCxnSpPr>
            <a:cxnSpLocks/>
          </p:cNvCxnSpPr>
          <p:nvPr/>
        </p:nvCxnSpPr>
        <p:spPr>
          <a:xfrm flipV="1">
            <a:off x="4907800" y="2932208"/>
            <a:ext cx="582277" cy="2243526"/>
          </a:xfrm>
          <a:prstGeom prst="line">
            <a:avLst/>
          </a:prstGeom>
          <a:ln w="28575">
            <a:solidFill>
              <a:srgbClr val="996600"/>
            </a:solidFill>
            <a:head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EA0E6870-9C6C-B65B-BE6A-676C508617AE}"/>
              </a:ext>
            </a:extLst>
          </p:cNvPr>
          <p:cNvSpPr txBox="1"/>
          <p:nvPr/>
        </p:nvSpPr>
        <p:spPr>
          <a:xfrm>
            <a:off x="-15917" y="5714219"/>
            <a:ext cx="14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AE43A697-C066-A4E5-4A71-FBF8C5F6CD7E}"/>
              </a:ext>
            </a:extLst>
          </p:cNvPr>
          <p:cNvSpPr txBox="1"/>
          <p:nvPr/>
        </p:nvSpPr>
        <p:spPr>
          <a:xfrm>
            <a:off x="9496116" y="4184058"/>
            <a:ext cx="14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E03106E-672B-0773-4FBF-73F53C9AC1B6}"/>
              </a:ext>
            </a:extLst>
          </p:cNvPr>
          <p:cNvSpPr txBox="1"/>
          <p:nvPr/>
        </p:nvSpPr>
        <p:spPr>
          <a:xfrm>
            <a:off x="8607424" y="3958777"/>
            <a:ext cx="1136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Tube lens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DBFA5889-65B7-C63F-405D-78462C4A90C5}"/>
              </a:ext>
            </a:extLst>
          </p:cNvPr>
          <p:cNvSpPr txBox="1"/>
          <p:nvPr/>
        </p:nvSpPr>
        <p:spPr>
          <a:xfrm>
            <a:off x="5383625" y="11016"/>
            <a:ext cx="14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Mirror</a:t>
            </a:r>
          </a:p>
        </p:txBody>
      </p:sp>
      <p:sp>
        <p:nvSpPr>
          <p:cNvPr id="207" name="Isosceles Triangle 130">
            <a:extLst>
              <a:ext uri="{FF2B5EF4-FFF2-40B4-BE49-F238E27FC236}">
                <a16:creationId xmlns:a16="http://schemas.microsoft.com/office/drawing/2014/main" id="{1F1EC507-2908-910B-6963-8F3FCC3ABBB9}"/>
              </a:ext>
            </a:extLst>
          </p:cNvPr>
          <p:cNvSpPr/>
          <p:nvPr/>
        </p:nvSpPr>
        <p:spPr>
          <a:xfrm rot="841179" flipH="1">
            <a:off x="6052213" y="4780738"/>
            <a:ext cx="246617" cy="607324"/>
          </a:xfrm>
          <a:custGeom>
            <a:avLst/>
            <a:gdLst>
              <a:gd name="connsiteX0" fmla="*/ 0 w 301215"/>
              <a:gd name="connsiteY0" fmla="*/ 825810 h 825810"/>
              <a:gd name="connsiteX1" fmla="*/ 150608 w 301215"/>
              <a:gd name="connsiteY1" fmla="*/ 0 h 825810"/>
              <a:gd name="connsiteX2" fmla="*/ 301215 w 301215"/>
              <a:gd name="connsiteY2" fmla="*/ 825810 h 825810"/>
              <a:gd name="connsiteX3" fmla="*/ 0 w 301215"/>
              <a:gd name="connsiteY3" fmla="*/ 825810 h 825810"/>
              <a:gd name="connsiteX0" fmla="*/ 0 w 303161"/>
              <a:gd name="connsiteY0" fmla="*/ 767956 h 825810"/>
              <a:gd name="connsiteX1" fmla="*/ 152554 w 303161"/>
              <a:gd name="connsiteY1" fmla="*/ 0 h 825810"/>
              <a:gd name="connsiteX2" fmla="*/ 303161 w 303161"/>
              <a:gd name="connsiteY2" fmla="*/ 825810 h 825810"/>
              <a:gd name="connsiteX3" fmla="*/ 0 w 303161"/>
              <a:gd name="connsiteY3" fmla="*/ 767956 h 825810"/>
              <a:gd name="connsiteX0" fmla="*/ 0 w 313483"/>
              <a:gd name="connsiteY0" fmla="*/ 767956 h 850306"/>
              <a:gd name="connsiteX1" fmla="*/ 152554 w 313483"/>
              <a:gd name="connsiteY1" fmla="*/ 0 h 850306"/>
              <a:gd name="connsiteX2" fmla="*/ 313483 w 313483"/>
              <a:gd name="connsiteY2" fmla="*/ 850306 h 850306"/>
              <a:gd name="connsiteX3" fmla="*/ 0 w 313483"/>
              <a:gd name="connsiteY3" fmla="*/ 767956 h 850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483" h="850306">
                <a:moveTo>
                  <a:pt x="0" y="767956"/>
                </a:moveTo>
                <a:lnTo>
                  <a:pt x="152554" y="0"/>
                </a:lnTo>
                <a:lnTo>
                  <a:pt x="313483" y="850306"/>
                </a:lnTo>
                <a:lnTo>
                  <a:pt x="0" y="767956"/>
                </a:lnTo>
                <a:close/>
              </a:path>
            </a:pathLst>
          </a:custGeom>
          <a:solidFill>
            <a:srgbClr val="0000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Isosceles Triangle 207">
            <a:extLst>
              <a:ext uri="{FF2B5EF4-FFF2-40B4-BE49-F238E27FC236}">
                <a16:creationId xmlns:a16="http://schemas.microsoft.com/office/drawing/2014/main" id="{C19F3C13-7A2B-4C29-F01A-CFE0C7E37A34}"/>
              </a:ext>
            </a:extLst>
          </p:cNvPr>
          <p:cNvSpPr/>
          <p:nvPr/>
        </p:nvSpPr>
        <p:spPr>
          <a:xfrm rot="16200000">
            <a:off x="1168265" y="4376799"/>
            <a:ext cx="397071" cy="1514998"/>
          </a:xfrm>
          <a:prstGeom prst="triangle">
            <a:avLst/>
          </a:prstGeom>
          <a:solidFill>
            <a:schemeClr val="accent2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Isosceles Triangle 208">
            <a:extLst>
              <a:ext uri="{FF2B5EF4-FFF2-40B4-BE49-F238E27FC236}">
                <a16:creationId xmlns:a16="http://schemas.microsoft.com/office/drawing/2014/main" id="{37811BC4-9523-44B7-F566-389725AAAFCB}"/>
              </a:ext>
            </a:extLst>
          </p:cNvPr>
          <p:cNvSpPr/>
          <p:nvPr/>
        </p:nvSpPr>
        <p:spPr>
          <a:xfrm rot="5400000" flipH="1">
            <a:off x="3886416" y="4257657"/>
            <a:ext cx="396645" cy="1753708"/>
          </a:xfrm>
          <a:prstGeom prst="triangle">
            <a:avLst/>
          </a:prstGeom>
          <a:solidFill>
            <a:schemeClr val="accent2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CB5D27C6-8F7A-9673-3AE2-76067552015E}"/>
              </a:ext>
            </a:extLst>
          </p:cNvPr>
          <p:cNvSpPr txBox="1"/>
          <p:nvPr/>
        </p:nvSpPr>
        <p:spPr>
          <a:xfrm>
            <a:off x="5379104" y="5427134"/>
            <a:ext cx="14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SLM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26F00DA6-5DD1-07BF-DF48-F450D47C2BAA}"/>
              </a:ext>
            </a:extLst>
          </p:cNvPr>
          <p:cNvSpPr txBox="1"/>
          <p:nvPr/>
        </p:nvSpPr>
        <p:spPr>
          <a:xfrm>
            <a:off x="6935028" y="5343982"/>
            <a:ext cx="14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Entrance mirror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3E8B14D8-1CC8-27AB-D74D-2F5E4C4AA130}"/>
              </a:ext>
            </a:extLst>
          </p:cNvPr>
          <p:cNvSpPr txBox="1"/>
          <p:nvPr/>
        </p:nvSpPr>
        <p:spPr>
          <a:xfrm>
            <a:off x="4077392" y="5284505"/>
            <a:ext cx="11919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mirror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9C6B236-DA4A-9E25-FDAD-5D61281C4036}"/>
              </a:ext>
            </a:extLst>
          </p:cNvPr>
          <p:cNvGrpSpPr/>
          <p:nvPr/>
        </p:nvGrpSpPr>
        <p:grpSpPr>
          <a:xfrm>
            <a:off x="68638" y="0"/>
            <a:ext cx="2344331" cy="2499699"/>
            <a:chOff x="68638" y="0"/>
            <a:chExt cx="2344331" cy="2499699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00C54012-BDEA-F1DE-C79B-1262855BA7BF}"/>
                </a:ext>
              </a:extLst>
            </p:cNvPr>
            <p:cNvSpPr txBox="1"/>
            <p:nvPr/>
          </p:nvSpPr>
          <p:spPr>
            <a:xfrm>
              <a:off x="68638" y="0"/>
              <a:ext cx="2055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Entrance path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49BF93A9-A053-64B8-F146-9E3864C916AA}"/>
                </a:ext>
              </a:extLst>
            </p:cNvPr>
            <p:cNvSpPr txBox="1"/>
            <p:nvPr/>
          </p:nvSpPr>
          <p:spPr>
            <a:xfrm>
              <a:off x="68638" y="419918"/>
              <a:ext cx="2055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Bounce 2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AD8DFA20-D6FF-B74D-1FA8-6D93CBBFCC16}"/>
                </a:ext>
              </a:extLst>
            </p:cNvPr>
            <p:cNvSpPr txBox="1"/>
            <p:nvPr/>
          </p:nvSpPr>
          <p:spPr>
            <a:xfrm>
              <a:off x="68638" y="839836"/>
              <a:ext cx="2055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Bounce 3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6FD8DACC-4007-465F-C098-B7D6684D0AF2}"/>
                </a:ext>
              </a:extLst>
            </p:cNvPr>
            <p:cNvSpPr txBox="1"/>
            <p:nvPr/>
          </p:nvSpPr>
          <p:spPr>
            <a:xfrm>
              <a:off x="68638" y="1259754"/>
              <a:ext cx="2055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Bounce 4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445D22D7-62B5-7146-676D-F6D8400E3BF8}"/>
                </a:ext>
              </a:extLst>
            </p:cNvPr>
            <p:cNvSpPr txBox="1"/>
            <p:nvPr/>
          </p:nvSpPr>
          <p:spPr>
            <a:xfrm>
              <a:off x="68638" y="1679672"/>
              <a:ext cx="2055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Exit Bounce 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C1BBDC5B-BE5C-9A8B-BEA5-B2B05FB289EF}"/>
                </a:ext>
              </a:extLst>
            </p:cNvPr>
            <p:cNvSpPr txBox="1"/>
            <p:nvPr/>
          </p:nvSpPr>
          <p:spPr>
            <a:xfrm>
              <a:off x="68638" y="2099589"/>
              <a:ext cx="2055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Path to sensor</a:t>
              </a:r>
            </a:p>
          </p:txBody>
        </p: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9D04754B-AF3E-539F-33EA-9277977AD7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23077" y="218080"/>
              <a:ext cx="589892" cy="3265"/>
            </a:xfrm>
            <a:prstGeom prst="line">
              <a:avLst/>
            </a:prstGeom>
            <a:ln w="44450">
              <a:solidFill>
                <a:srgbClr val="9966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1360ECA5-318F-CBEA-E103-325E21948B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23077" y="638196"/>
              <a:ext cx="589892" cy="3265"/>
            </a:xfrm>
            <a:prstGeom prst="line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166BE708-8435-1975-DDF1-B4BFCF2605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23077" y="1058312"/>
              <a:ext cx="589892" cy="3265"/>
            </a:xfrm>
            <a:prstGeom prst="line">
              <a:avLst/>
            </a:prstGeom>
            <a:ln w="4445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BAA1A1E9-E5FB-DF16-E5B5-322BC0A71C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23077" y="1478428"/>
              <a:ext cx="589892" cy="3265"/>
            </a:xfrm>
            <a:prstGeom prst="line">
              <a:avLst/>
            </a:prstGeom>
            <a:ln w="444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CCA09123-4707-AF10-0C37-BFBC0ED7FC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23077" y="1898544"/>
              <a:ext cx="589892" cy="3265"/>
            </a:xfrm>
            <a:prstGeom prst="line">
              <a:avLst/>
            </a:prstGeom>
            <a:ln w="44450">
              <a:solidFill>
                <a:srgbClr val="9966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8690CC0C-E88A-3B0A-61C0-89455F848B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23077" y="2318660"/>
              <a:ext cx="589892" cy="3265"/>
            </a:xfrm>
            <a:prstGeom prst="line">
              <a:avLst/>
            </a:prstGeom>
            <a:ln w="4445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2304EDAC-5AC0-8497-BDB7-98812F4096D1}"/>
              </a:ext>
            </a:extLst>
          </p:cNvPr>
          <p:cNvCxnSpPr>
            <a:cxnSpLocks/>
          </p:cNvCxnSpPr>
          <p:nvPr/>
        </p:nvCxnSpPr>
        <p:spPr>
          <a:xfrm>
            <a:off x="6717900" y="471818"/>
            <a:ext cx="11622" cy="2482561"/>
          </a:xfrm>
          <a:prstGeom prst="line">
            <a:avLst/>
          </a:prstGeom>
          <a:ln w="28575">
            <a:solidFill>
              <a:srgbClr val="0000FF"/>
            </a:solidFill>
            <a:tail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976A5328-772F-D83E-0703-C80E5A7A6516}"/>
              </a:ext>
            </a:extLst>
          </p:cNvPr>
          <p:cNvCxnSpPr>
            <a:cxnSpLocks/>
          </p:cNvCxnSpPr>
          <p:nvPr/>
        </p:nvCxnSpPr>
        <p:spPr>
          <a:xfrm flipV="1">
            <a:off x="6717602" y="2932206"/>
            <a:ext cx="647113" cy="2455101"/>
          </a:xfrm>
          <a:prstGeom prst="line">
            <a:avLst/>
          </a:prstGeom>
          <a:ln w="28575">
            <a:solidFill>
              <a:srgbClr val="996600"/>
            </a:solidFill>
            <a:tail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638FCE00-4DE5-10E3-0FDC-51353C709014}"/>
              </a:ext>
            </a:extLst>
          </p:cNvPr>
          <p:cNvCxnSpPr>
            <a:cxnSpLocks/>
          </p:cNvCxnSpPr>
          <p:nvPr/>
        </p:nvCxnSpPr>
        <p:spPr>
          <a:xfrm flipV="1">
            <a:off x="6084071" y="480744"/>
            <a:ext cx="626162" cy="2482555"/>
          </a:xfrm>
          <a:prstGeom prst="line">
            <a:avLst/>
          </a:prstGeom>
          <a:ln w="28575">
            <a:solidFill>
              <a:srgbClr val="0000FF"/>
            </a:solidFill>
            <a:tail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07941611-EEB0-8036-BBAE-614DF35CF041}"/>
              </a:ext>
            </a:extLst>
          </p:cNvPr>
          <p:cNvCxnSpPr>
            <a:cxnSpLocks/>
          </p:cNvCxnSpPr>
          <p:nvPr/>
        </p:nvCxnSpPr>
        <p:spPr>
          <a:xfrm flipH="1" flipV="1">
            <a:off x="6711275" y="480743"/>
            <a:ext cx="653440" cy="2451463"/>
          </a:xfrm>
          <a:prstGeom prst="line">
            <a:avLst/>
          </a:prstGeom>
          <a:ln w="28575">
            <a:solidFill>
              <a:srgbClr val="996600"/>
            </a:solidFill>
            <a:tail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F414E58B-073D-A89C-1931-1215F0644DE8}"/>
              </a:ext>
            </a:extLst>
          </p:cNvPr>
          <p:cNvCxnSpPr>
            <a:cxnSpLocks/>
          </p:cNvCxnSpPr>
          <p:nvPr/>
        </p:nvCxnSpPr>
        <p:spPr>
          <a:xfrm flipH="1" flipV="1">
            <a:off x="6099439" y="2932204"/>
            <a:ext cx="628804" cy="245146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AE3C7A70-A5C1-9D8A-4DCB-2FB17B9D37B1}"/>
              </a:ext>
            </a:extLst>
          </p:cNvPr>
          <p:cNvCxnSpPr>
            <a:cxnSpLocks/>
          </p:cNvCxnSpPr>
          <p:nvPr/>
        </p:nvCxnSpPr>
        <p:spPr>
          <a:xfrm>
            <a:off x="5471873" y="480742"/>
            <a:ext cx="628804" cy="245146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2DC7CA2D-F450-2B63-693C-3F6C7B4C5CC2}"/>
              </a:ext>
            </a:extLst>
          </p:cNvPr>
          <p:cNvCxnSpPr>
            <a:cxnSpLocks/>
          </p:cNvCxnSpPr>
          <p:nvPr/>
        </p:nvCxnSpPr>
        <p:spPr>
          <a:xfrm>
            <a:off x="5471873" y="480738"/>
            <a:ext cx="11622" cy="248256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triangle"/>
          </a:ln>
          <a:effectLst>
            <a:glow rad="25400">
              <a:schemeClr val="tx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1D2D7-BFDB-F9D4-B962-B26E6F810558}"/>
              </a:ext>
            </a:extLst>
          </p:cNvPr>
          <p:cNvSpPr txBox="1"/>
          <p:nvPr/>
        </p:nvSpPr>
        <p:spPr>
          <a:xfrm>
            <a:off x="4631010" y="5923260"/>
            <a:ext cx="1893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709169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5816</TotalTime>
  <Words>27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Anat Levin</dc:creator>
  <cp:lastModifiedBy>Anat Levin</cp:lastModifiedBy>
  <cp:revision>25</cp:revision>
  <dcterms:created xsi:type="dcterms:W3CDTF">2025-11-07T23:12:30Z</dcterms:created>
  <dcterms:modified xsi:type="dcterms:W3CDTF">2025-12-11T15:47:30Z</dcterms:modified>
</cp:coreProperties>
</file>