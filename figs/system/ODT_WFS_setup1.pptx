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698163" cy="4754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2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7271" y="778120"/>
            <a:ext cx="8023622" cy="1655292"/>
          </a:xfrm>
        </p:spPr>
        <p:txBody>
          <a:bodyPr anchor="b"/>
          <a:lstStyle>
            <a:lvl1pPr algn="ctr"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271" y="2497247"/>
            <a:ext cx="8023622" cy="1147918"/>
          </a:xfrm>
        </p:spPr>
        <p:txBody>
          <a:bodyPr/>
          <a:lstStyle>
            <a:lvl1pPr marL="0" indent="0" algn="ctr">
              <a:buNone/>
              <a:defRPr sz="1664"/>
            </a:lvl1pPr>
            <a:lvl2pPr marL="316977" indent="0" algn="ctr">
              <a:buNone/>
              <a:defRPr sz="1387"/>
            </a:lvl2pPr>
            <a:lvl3pPr marL="633954" indent="0" algn="ctr">
              <a:buNone/>
              <a:defRPr sz="1248"/>
            </a:lvl3pPr>
            <a:lvl4pPr marL="950930" indent="0" algn="ctr">
              <a:buNone/>
              <a:defRPr sz="1109"/>
            </a:lvl4pPr>
            <a:lvl5pPr marL="1267907" indent="0" algn="ctr">
              <a:buNone/>
              <a:defRPr sz="1109"/>
            </a:lvl5pPr>
            <a:lvl6pPr marL="1584884" indent="0" algn="ctr">
              <a:buNone/>
              <a:defRPr sz="1109"/>
            </a:lvl6pPr>
            <a:lvl7pPr marL="1901861" indent="0" algn="ctr">
              <a:buNone/>
              <a:defRPr sz="1109"/>
            </a:lvl7pPr>
            <a:lvl8pPr marL="2218837" indent="0" algn="ctr">
              <a:buNone/>
              <a:defRPr sz="1109"/>
            </a:lvl8pPr>
            <a:lvl9pPr marL="2535814" indent="0" algn="ctr">
              <a:buNone/>
              <a:defRPr sz="11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1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4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927" y="1185340"/>
            <a:ext cx="9227166" cy="1977766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927" y="3181816"/>
            <a:ext cx="9227166" cy="1040060"/>
          </a:xfrm>
        </p:spPr>
        <p:txBody>
          <a:bodyPr/>
          <a:lstStyle>
            <a:lvl1pPr marL="0" indent="0">
              <a:buNone/>
              <a:defRPr sz="1664">
                <a:solidFill>
                  <a:schemeClr val="tx1">
                    <a:tint val="82000"/>
                  </a:schemeClr>
                </a:solidFill>
              </a:defRPr>
            </a:lvl1pPr>
            <a:lvl2pPr marL="31697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2pPr>
            <a:lvl3pPr marL="633954" indent="0">
              <a:buNone/>
              <a:defRPr sz="1248">
                <a:solidFill>
                  <a:schemeClr val="tx1">
                    <a:tint val="82000"/>
                  </a:schemeClr>
                </a:solidFill>
              </a:defRPr>
            </a:lvl3pPr>
            <a:lvl4pPr marL="950930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4pPr>
            <a:lvl5pPr marL="1267907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5pPr>
            <a:lvl6pPr marL="1584884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6pPr>
            <a:lvl7pPr marL="1901861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7pPr>
            <a:lvl8pPr marL="2218837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8pPr>
            <a:lvl9pPr marL="2535814" indent="0">
              <a:buNone/>
              <a:defRPr sz="11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499" y="1265682"/>
            <a:ext cx="4546719" cy="3016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945" y="1265682"/>
            <a:ext cx="4546719" cy="3016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2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253137"/>
            <a:ext cx="9227166" cy="9189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93" y="1165528"/>
            <a:ext cx="4525824" cy="571208"/>
          </a:xfrm>
        </p:spPr>
        <p:txBody>
          <a:bodyPr anchor="b"/>
          <a:lstStyle>
            <a:lvl1pPr marL="0" indent="0">
              <a:buNone/>
              <a:defRPr sz="1664" b="1"/>
            </a:lvl1pPr>
            <a:lvl2pPr marL="316977" indent="0">
              <a:buNone/>
              <a:defRPr sz="1387" b="1"/>
            </a:lvl2pPr>
            <a:lvl3pPr marL="633954" indent="0">
              <a:buNone/>
              <a:defRPr sz="1248" b="1"/>
            </a:lvl3pPr>
            <a:lvl4pPr marL="950930" indent="0">
              <a:buNone/>
              <a:defRPr sz="1109" b="1"/>
            </a:lvl4pPr>
            <a:lvl5pPr marL="1267907" indent="0">
              <a:buNone/>
              <a:defRPr sz="1109" b="1"/>
            </a:lvl5pPr>
            <a:lvl6pPr marL="1584884" indent="0">
              <a:buNone/>
              <a:defRPr sz="1109" b="1"/>
            </a:lvl6pPr>
            <a:lvl7pPr marL="1901861" indent="0">
              <a:buNone/>
              <a:defRPr sz="1109" b="1"/>
            </a:lvl7pPr>
            <a:lvl8pPr marL="2218837" indent="0">
              <a:buNone/>
              <a:defRPr sz="1109" b="1"/>
            </a:lvl8pPr>
            <a:lvl9pPr marL="2535814" indent="0">
              <a:buNone/>
              <a:defRPr sz="11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893" y="1736736"/>
            <a:ext cx="4525824" cy="2554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945" y="1165528"/>
            <a:ext cx="4548113" cy="571208"/>
          </a:xfrm>
        </p:spPr>
        <p:txBody>
          <a:bodyPr anchor="b"/>
          <a:lstStyle>
            <a:lvl1pPr marL="0" indent="0">
              <a:buNone/>
              <a:defRPr sz="1664" b="1"/>
            </a:lvl1pPr>
            <a:lvl2pPr marL="316977" indent="0">
              <a:buNone/>
              <a:defRPr sz="1387" b="1"/>
            </a:lvl2pPr>
            <a:lvl3pPr marL="633954" indent="0">
              <a:buNone/>
              <a:defRPr sz="1248" b="1"/>
            </a:lvl3pPr>
            <a:lvl4pPr marL="950930" indent="0">
              <a:buNone/>
              <a:defRPr sz="1109" b="1"/>
            </a:lvl4pPr>
            <a:lvl5pPr marL="1267907" indent="0">
              <a:buNone/>
              <a:defRPr sz="1109" b="1"/>
            </a:lvl5pPr>
            <a:lvl6pPr marL="1584884" indent="0">
              <a:buNone/>
              <a:defRPr sz="1109" b="1"/>
            </a:lvl6pPr>
            <a:lvl7pPr marL="1901861" indent="0">
              <a:buNone/>
              <a:defRPr sz="1109" b="1"/>
            </a:lvl7pPr>
            <a:lvl8pPr marL="2218837" indent="0">
              <a:buNone/>
              <a:defRPr sz="1109" b="1"/>
            </a:lvl8pPr>
            <a:lvl9pPr marL="2535814" indent="0">
              <a:buNone/>
              <a:defRPr sz="11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945" y="1736736"/>
            <a:ext cx="4548113" cy="25544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7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6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316971"/>
            <a:ext cx="3450436" cy="1109398"/>
          </a:xfrm>
        </p:spPr>
        <p:txBody>
          <a:bodyPr anchor="b"/>
          <a:lstStyle>
            <a:lvl1pPr>
              <a:defRPr sz="22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13" y="684570"/>
            <a:ext cx="5415945" cy="3378821"/>
          </a:xfrm>
        </p:spPr>
        <p:txBody>
          <a:bodyPr/>
          <a:lstStyle>
            <a:lvl1pPr>
              <a:defRPr sz="2219"/>
            </a:lvl1pPr>
            <a:lvl2pPr>
              <a:defRPr sz="1941"/>
            </a:lvl2pPr>
            <a:lvl3pPr>
              <a:defRPr sz="1664"/>
            </a:lvl3pPr>
            <a:lvl4pPr>
              <a:defRPr sz="1387"/>
            </a:lvl4pPr>
            <a:lvl5pPr>
              <a:defRPr sz="1387"/>
            </a:lvl5pPr>
            <a:lvl6pPr>
              <a:defRPr sz="1387"/>
            </a:lvl6pPr>
            <a:lvl7pPr>
              <a:defRPr sz="1387"/>
            </a:lvl7pPr>
            <a:lvl8pPr>
              <a:defRPr sz="1387"/>
            </a:lvl8pPr>
            <a:lvl9pPr>
              <a:defRPr sz="13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892" y="1426369"/>
            <a:ext cx="3450436" cy="2642525"/>
          </a:xfrm>
        </p:spPr>
        <p:txBody>
          <a:bodyPr/>
          <a:lstStyle>
            <a:lvl1pPr marL="0" indent="0">
              <a:buNone/>
              <a:defRPr sz="1109"/>
            </a:lvl1pPr>
            <a:lvl2pPr marL="316977" indent="0">
              <a:buNone/>
              <a:defRPr sz="971"/>
            </a:lvl2pPr>
            <a:lvl3pPr marL="633954" indent="0">
              <a:buNone/>
              <a:defRPr sz="832"/>
            </a:lvl3pPr>
            <a:lvl4pPr marL="950930" indent="0">
              <a:buNone/>
              <a:defRPr sz="693"/>
            </a:lvl4pPr>
            <a:lvl5pPr marL="1267907" indent="0">
              <a:buNone/>
              <a:defRPr sz="693"/>
            </a:lvl5pPr>
            <a:lvl6pPr marL="1584884" indent="0">
              <a:buNone/>
              <a:defRPr sz="693"/>
            </a:lvl6pPr>
            <a:lvl7pPr marL="1901861" indent="0">
              <a:buNone/>
              <a:defRPr sz="693"/>
            </a:lvl7pPr>
            <a:lvl8pPr marL="2218837" indent="0">
              <a:buNone/>
              <a:defRPr sz="693"/>
            </a:lvl8pPr>
            <a:lvl9pPr marL="2535814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92" y="316971"/>
            <a:ext cx="3450436" cy="1109398"/>
          </a:xfrm>
        </p:spPr>
        <p:txBody>
          <a:bodyPr anchor="b"/>
          <a:lstStyle>
            <a:lvl1pPr>
              <a:defRPr sz="22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13" y="684570"/>
            <a:ext cx="5415945" cy="3378821"/>
          </a:xfrm>
        </p:spPr>
        <p:txBody>
          <a:bodyPr anchor="t"/>
          <a:lstStyle>
            <a:lvl1pPr marL="0" indent="0">
              <a:buNone/>
              <a:defRPr sz="2219"/>
            </a:lvl1pPr>
            <a:lvl2pPr marL="316977" indent="0">
              <a:buNone/>
              <a:defRPr sz="1941"/>
            </a:lvl2pPr>
            <a:lvl3pPr marL="633954" indent="0">
              <a:buNone/>
              <a:defRPr sz="1664"/>
            </a:lvl3pPr>
            <a:lvl4pPr marL="950930" indent="0">
              <a:buNone/>
              <a:defRPr sz="1387"/>
            </a:lvl4pPr>
            <a:lvl5pPr marL="1267907" indent="0">
              <a:buNone/>
              <a:defRPr sz="1387"/>
            </a:lvl5pPr>
            <a:lvl6pPr marL="1584884" indent="0">
              <a:buNone/>
              <a:defRPr sz="1387"/>
            </a:lvl6pPr>
            <a:lvl7pPr marL="1901861" indent="0">
              <a:buNone/>
              <a:defRPr sz="1387"/>
            </a:lvl7pPr>
            <a:lvl8pPr marL="2218837" indent="0">
              <a:buNone/>
              <a:defRPr sz="1387"/>
            </a:lvl8pPr>
            <a:lvl9pPr marL="2535814" indent="0">
              <a:buNone/>
              <a:defRPr sz="13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892" y="1426369"/>
            <a:ext cx="3450436" cy="2642525"/>
          </a:xfrm>
        </p:spPr>
        <p:txBody>
          <a:bodyPr/>
          <a:lstStyle>
            <a:lvl1pPr marL="0" indent="0">
              <a:buNone/>
              <a:defRPr sz="1109"/>
            </a:lvl1pPr>
            <a:lvl2pPr marL="316977" indent="0">
              <a:buNone/>
              <a:defRPr sz="971"/>
            </a:lvl2pPr>
            <a:lvl3pPr marL="633954" indent="0">
              <a:buNone/>
              <a:defRPr sz="832"/>
            </a:lvl3pPr>
            <a:lvl4pPr marL="950930" indent="0">
              <a:buNone/>
              <a:defRPr sz="693"/>
            </a:lvl4pPr>
            <a:lvl5pPr marL="1267907" indent="0">
              <a:buNone/>
              <a:defRPr sz="693"/>
            </a:lvl5pPr>
            <a:lvl6pPr marL="1584884" indent="0">
              <a:buNone/>
              <a:defRPr sz="693"/>
            </a:lvl6pPr>
            <a:lvl7pPr marL="1901861" indent="0">
              <a:buNone/>
              <a:defRPr sz="693"/>
            </a:lvl7pPr>
            <a:lvl8pPr marL="2218837" indent="0">
              <a:buNone/>
              <a:defRPr sz="693"/>
            </a:lvl8pPr>
            <a:lvl9pPr marL="2535814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1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5873" y="253137"/>
            <a:ext cx="2306791" cy="40292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499" y="253137"/>
            <a:ext cx="6786647" cy="40292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2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499" y="253137"/>
            <a:ext cx="9227166" cy="918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499" y="1265682"/>
            <a:ext cx="9227166" cy="3016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499" y="4406776"/>
            <a:ext cx="2407087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62978-4B8C-48F0-BE8F-4BB6B7A44B4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767" y="4406776"/>
            <a:ext cx="3610630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5577" y="4406776"/>
            <a:ext cx="2407087" cy="253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AB67B-6D79-44A4-BFA2-AEF2043B9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3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33954" rtl="0" eaLnBrk="1" latinLnBrk="0" hangingPunct="1">
        <a:lnSpc>
          <a:spcPct val="90000"/>
        </a:lnSpc>
        <a:spcBef>
          <a:spcPct val="0"/>
        </a:spcBef>
        <a:buNone/>
        <a:defRPr sz="30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488" indent="-158488" algn="l" defTabSz="633954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1pPr>
      <a:lvl2pPr marL="475465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2pPr>
      <a:lvl3pPr marL="79244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387" kern="1200">
          <a:solidFill>
            <a:schemeClr val="tx1"/>
          </a:solidFill>
          <a:latin typeface="+mn-lt"/>
          <a:ea typeface="+mn-ea"/>
          <a:cs typeface="+mn-cs"/>
        </a:defRPr>
      </a:lvl3pPr>
      <a:lvl4pPr marL="1109419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4pPr>
      <a:lvl5pPr marL="1426395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5pPr>
      <a:lvl6pPr marL="174337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6pPr>
      <a:lvl7pPr marL="2060349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7pPr>
      <a:lvl8pPr marL="2377326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8pPr>
      <a:lvl9pPr marL="2694302" indent="-158488" algn="l" defTabSz="63395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1pPr>
      <a:lvl2pPr marL="31697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2pPr>
      <a:lvl3pPr marL="63395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3pPr>
      <a:lvl4pPr marL="950930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4pPr>
      <a:lvl5pPr marL="126790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5pPr>
      <a:lvl6pPr marL="158488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6pPr>
      <a:lvl7pPr marL="1901861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7pPr>
      <a:lvl8pPr marL="2218837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8pPr>
      <a:lvl9pPr marL="2535814" algn="l" defTabSz="633954" rtl="0" eaLnBrk="1" latinLnBrk="0" hangingPunct="1">
        <a:defRPr sz="12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6DA0A-DE0F-0D9D-FEBC-07767629EDB3}"/>
              </a:ext>
            </a:extLst>
          </p:cNvPr>
          <p:cNvSpPr/>
          <p:nvPr/>
        </p:nvSpPr>
        <p:spPr>
          <a:xfrm>
            <a:off x="69802" y="275144"/>
            <a:ext cx="371271" cy="9738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54EB691-D226-8277-EB25-8EF183690D25}"/>
              </a:ext>
            </a:extLst>
          </p:cNvPr>
          <p:cNvGrpSpPr/>
          <p:nvPr/>
        </p:nvGrpSpPr>
        <p:grpSpPr>
          <a:xfrm>
            <a:off x="-83667" y="-167722"/>
            <a:ext cx="10731044" cy="4879208"/>
            <a:chOff x="809791" y="746675"/>
            <a:chExt cx="10731044" cy="48792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F16F3B64-5E13-C83B-E152-2229248A62CB}"/>
                </a:ext>
              </a:extLst>
            </p:cNvPr>
            <p:cNvSpPr/>
            <p:nvPr/>
          </p:nvSpPr>
          <p:spPr>
            <a:xfrm>
              <a:off x="4593265" y="96756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0" name="Picture 169" descr="A close-up of a cell&#10;&#10;AI-generated content may be incorrect.">
              <a:extLst>
                <a:ext uri="{FF2B5EF4-FFF2-40B4-BE49-F238E27FC236}">
                  <a16:creationId xmlns:a16="http://schemas.microsoft.com/office/drawing/2014/main" id="{F5BD8FD2-FB11-49F4-3D33-5F535FE14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075" y="967561"/>
              <a:ext cx="1193852" cy="1456661"/>
            </a:xfrm>
            <a:prstGeom prst="rect">
              <a:avLst/>
            </a:prstGeom>
          </p:spPr>
        </p:pic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49854B0-9E2D-A851-1144-B9CC38722E58}"/>
                </a:ext>
              </a:extLst>
            </p:cNvPr>
            <p:cNvSpPr/>
            <p:nvPr/>
          </p:nvSpPr>
          <p:spPr>
            <a:xfrm>
              <a:off x="6850913" y="96756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2CBDC31B-0F3C-0DEB-F7D9-C21AE1A38349}"/>
                </a:ext>
              </a:extLst>
            </p:cNvPr>
            <p:cNvSpPr/>
            <p:nvPr/>
          </p:nvSpPr>
          <p:spPr>
            <a:xfrm>
              <a:off x="9743290" y="967563"/>
              <a:ext cx="308344" cy="14566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5871383A-BC49-C674-7D0F-44345F015A46}"/>
                </a:ext>
              </a:extLst>
            </p:cNvPr>
            <p:cNvSpPr/>
            <p:nvPr/>
          </p:nvSpPr>
          <p:spPr>
            <a:xfrm rot="16200000">
              <a:off x="2795203" y="2076893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EEB73CE5-0F27-F249-6067-767900718AE4}"/>
                </a:ext>
              </a:extLst>
            </p:cNvPr>
            <p:cNvSpPr/>
            <p:nvPr/>
          </p:nvSpPr>
          <p:spPr>
            <a:xfrm rot="16200000">
              <a:off x="8863203" y="2076892"/>
              <a:ext cx="308344" cy="14566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94430619-1832-BA0C-1D4F-30942CCC923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2934627" y="3474675"/>
              <a:ext cx="0" cy="946947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9837218-196C-DDAA-F03D-5D07820972ED}"/>
                </a:ext>
              </a:extLst>
            </p:cNvPr>
            <p:cNvSpPr txBox="1"/>
            <p:nvPr/>
          </p:nvSpPr>
          <p:spPr>
            <a:xfrm>
              <a:off x="2211001" y="3898606"/>
              <a:ext cx="146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sensor</a:t>
              </a:r>
            </a:p>
          </p:txBody>
        </p: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D68AFAE-8D86-0E73-C067-EADA28B9C85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9011025" y="3467584"/>
              <a:ext cx="0" cy="946947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C829F12-8487-BBA8-7648-9933CB68F46F}"/>
                </a:ext>
              </a:extLst>
            </p:cNvPr>
            <p:cNvSpPr txBox="1"/>
            <p:nvPr/>
          </p:nvSpPr>
          <p:spPr>
            <a:xfrm>
              <a:off x="8280025" y="3891515"/>
              <a:ext cx="146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 sensor</a:t>
              </a: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B63B831-238E-92F2-370B-A2ACE67918A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0181" y="1126887"/>
              <a:ext cx="1080654" cy="1138007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B8A00BA-3AC8-6E95-1D01-3D1FA3D57278}"/>
                </a:ext>
              </a:extLst>
            </p:cNvPr>
            <p:cNvSpPr txBox="1"/>
            <p:nvPr/>
          </p:nvSpPr>
          <p:spPr>
            <a:xfrm rot="2836530">
              <a:off x="10447004" y="130555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Galvo tilt</a:t>
              </a: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9A68779B-B7C6-556D-1FEC-439759DC0008}"/>
                </a:ext>
              </a:extLst>
            </p:cNvPr>
            <p:cNvCxnSpPr>
              <a:cxnSpLocks/>
            </p:cNvCxnSpPr>
            <p:nvPr/>
          </p:nvCxnSpPr>
          <p:spPr>
            <a:xfrm>
              <a:off x="8428830" y="1126887"/>
              <a:ext cx="1080654" cy="1138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32710214-420A-D1DD-722D-26C4CE42F614}"/>
                </a:ext>
              </a:extLst>
            </p:cNvPr>
            <p:cNvSpPr txBox="1"/>
            <p:nvPr/>
          </p:nvSpPr>
          <p:spPr>
            <a:xfrm rot="2836530">
              <a:off x="8289033" y="1405225"/>
              <a:ext cx="17172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Beam splitter</a:t>
              </a:r>
            </a:p>
          </p:txBody>
        </p:sp>
        <p:sp>
          <p:nvSpPr>
            <p:cNvPr id="183" name="Rectangle 25">
              <a:extLst>
                <a:ext uri="{FF2B5EF4-FFF2-40B4-BE49-F238E27FC236}">
                  <a16:creationId xmlns:a16="http://schemas.microsoft.com/office/drawing/2014/main" id="{0F99C830-0CE5-AC05-1AD2-DD58AA51C784}"/>
                </a:ext>
              </a:extLst>
            </p:cNvPr>
            <p:cNvSpPr/>
            <p:nvPr/>
          </p:nvSpPr>
          <p:spPr>
            <a:xfrm>
              <a:off x="6990462" y="1251578"/>
              <a:ext cx="2417837" cy="872840"/>
            </a:xfrm>
            <a:custGeom>
              <a:avLst/>
              <a:gdLst>
                <a:gd name="connsiteX0" fmla="*/ 0 w 2417837"/>
                <a:gd name="connsiteY0" fmla="*/ 0 h 872840"/>
                <a:gd name="connsiteX1" fmla="*/ 2417837 w 2417837"/>
                <a:gd name="connsiteY1" fmla="*/ 0 h 872840"/>
                <a:gd name="connsiteX2" fmla="*/ 2417837 w 2417837"/>
                <a:gd name="connsiteY2" fmla="*/ 872840 h 872840"/>
                <a:gd name="connsiteX3" fmla="*/ 0 w 2417837"/>
                <a:gd name="connsiteY3" fmla="*/ 872840 h 872840"/>
                <a:gd name="connsiteX4" fmla="*/ 0 w 2417837"/>
                <a:gd name="connsiteY4" fmla="*/ 0 h 872840"/>
                <a:gd name="connsiteX0" fmla="*/ 0 w 2417837"/>
                <a:gd name="connsiteY0" fmla="*/ 0 h 872840"/>
                <a:gd name="connsiteX1" fmla="*/ 1649741 w 2417837"/>
                <a:gd name="connsiteY1" fmla="*/ 18288 h 872840"/>
                <a:gd name="connsiteX2" fmla="*/ 2417837 w 2417837"/>
                <a:gd name="connsiteY2" fmla="*/ 872840 h 872840"/>
                <a:gd name="connsiteX3" fmla="*/ 0 w 2417837"/>
                <a:gd name="connsiteY3" fmla="*/ 872840 h 872840"/>
                <a:gd name="connsiteX4" fmla="*/ 0 w 2417837"/>
                <a:gd name="connsiteY4" fmla="*/ 0 h 87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7837" h="872840">
                  <a:moveTo>
                    <a:pt x="0" y="0"/>
                  </a:moveTo>
                  <a:lnTo>
                    <a:pt x="1649741" y="18288"/>
                  </a:lnTo>
                  <a:lnTo>
                    <a:pt x="2417837" y="872840"/>
                  </a:lnTo>
                  <a:lnTo>
                    <a:pt x="0" y="872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Flowchart: Document 26">
              <a:extLst>
                <a:ext uri="{FF2B5EF4-FFF2-40B4-BE49-F238E27FC236}">
                  <a16:creationId xmlns:a16="http://schemas.microsoft.com/office/drawing/2014/main" id="{4BFF1B5A-9D0E-4554-E98F-5A4684AE29D2}"/>
                </a:ext>
              </a:extLst>
            </p:cNvPr>
            <p:cNvSpPr/>
            <p:nvPr/>
          </p:nvSpPr>
          <p:spPr>
            <a:xfrm rot="16200000">
              <a:off x="3111488" y="1574362"/>
              <a:ext cx="1272761" cy="243055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200"/>
                <a:gd name="connsiteX1" fmla="*/ 21600 w 21600"/>
                <a:gd name="connsiteY1" fmla="*/ 0 h 21200"/>
                <a:gd name="connsiteX2" fmla="*/ 21600 w 21600"/>
                <a:gd name="connsiteY2" fmla="*/ 17322 h 21200"/>
                <a:gd name="connsiteX3" fmla="*/ 14329 w 21600"/>
                <a:gd name="connsiteY3" fmla="*/ 18156 h 21200"/>
                <a:gd name="connsiteX4" fmla="*/ 0 w 21600"/>
                <a:gd name="connsiteY4" fmla="*/ 20172 h 21200"/>
                <a:gd name="connsiteX5" fmla="*/ 0 w 21600"/>
                <a:gd name="connsiteY5" fmla="*/ 0 h 21200"/>
                <a:gd name="connsiteX0" fmla="*/ 0 w 21600"/>
                <a:gd name="connsiteY0" fmla="*/ 0 h 21837"/>
                <a:gd name="connsiteX1" fmla="*/ 21600 w 21600"/>
                <a:gd name="connsiteY1" fmla="*/ 0 h 21837"/>
                <a:gd name="connsiteX2" fmla="*/ 21600 w 21600"/>
                <a:gd name="connsiteY2" fmla="*/ 17322 h 21837"/>
                <a:gd name="connsiteX3" fmla="*/ 14329 w 21600"/>
                <a:gd name="connsiteY3" fmla="*/ 18156 h 21837"/>
                <a:gd name="connsiteX4" fmla="*/ 7355 w 21600"/>
                <a:gd name="connsiteY4" fmla="*/ 20427 h 21837"/>
                <a:gd name="connsiteX5" fmla="*/ 0 w 21600"/>
                <a:gd name="connsiteY5" fmla="*/ 20172 h 21837"/>
                <a:gd name="connsiteX6" fmla="*/ 0 w 21600"/>
                <a:gd name="connsiteY6" fmla="*/ 0 h 21837"/>
                <a:gd name="connsiteX0" fmla="*/ 0 w 21600"/>
                <a:gd name="connsiteY0" fmla="*/ 0 h 20899"/>
                <a:gd name="connsiteX1" fmla="*/ 21600 w 21600"/>
                <a:gd name="connsiteY1" fmla="*/ 0 h 20899"/>
                <a:gd name="connsiteX2" fmla="*/ 21600 w 21600"/>
                <a:gd name="connsiteY2" fmla="*/ 17322 h 20899"/>
                <a:gd name="connsiteX3" fmla="*/ 14329 w 21600"/>
                <a:gd name="connsiteY3" fmla="*/ 18156 h 20899"/>
                <a:gd name="connsiteX4" fmla="*/ 6628 w 21600"/>
                <a:gd name="connsiteY4" fmla="*/ 13614 h 20899"/>
                <a:gd name="connsiteX5" fmla="*/ 0 w 21600"/>
                <a:gd name="connsiteY5" fmla="*/ 20172 h 20899"/>
                <a:gd name="connsiteX6" fmla="*/ 0 w 21600"/>
                <a:gd name="connsiteY6" fmla="*/ 0 h 20899"/>
                <a:gd name="connsiteX0" fmla="*/ 0 w 21600"/>
                <a:gd name="connsiteY0" fmla="*/ 0 h 23688"/>
                <a:gd name="connsiteX1" fmla="*/ 21600 w 21600"/>
                <a:gd name="connsiteY1" fmla="*/ 0 h 23688"/>
                <a:gd name="connsiteX2" fmla="*/ 21600 w 21600"/>
                <a:gd name="connsiteY2" fmla="*/ 17322 h 23688"/>
                <a:gd name="connsiteX3" fmla="*/ 14038 w 21600"/>
                <a:gd name="connsiteY3" fmla="*/ 23671 h 23688"/>
                <a:gd name="connsiteX4" fmla="*/ 6628 w 21600"/>
                <a:gd name="connsiteY4" fmla="*/ 13614 h 23688"/>
                <a:gd name="connsiteX5" fmla="*/ 0 w 21600"/>
                <a:gd name="connsiteY5" fmla="*/ 20172 h 23688"/>
                <a:gd name="connsiteX6" fmla="*/ 0 w 21600"/>
                <a:gd name="connsiteY6" fmla="*/ 0 h 23688"/>
                <a:gd name="connsiteX0" fmla="*/ 0 w 21600"/>
                <a:gd name="connsiteY0" fmla="*/ 0 h 23985"/>
                <a:gd name="connsiteX1" fmla="*/ 21600 w 21600"/>
                <a:gd name="connsiteY1" fmla="*/ 0 h 23985"/>
                <a:gd name="connsiteX2" fmla="*/ 21600 w 21600"/>
                <a:gd name="connsiteY2" fmla="*/ 17322 h 23985"/>
                <a:gd name="connsiteX3" fmla="*/ 19415 w 21600"/>
                <a:gd name="connsiteY3" fmla="*/ 21076 h 23985"/>
                <a:gd name="connsiteX4" fmla="*/ 14038 w 21600"/>
                <a:gd name="connsiteY4" fmla="*/ 23671 h 23985"/>
                <a:gd name="connsiteX5" fmla="*/ 6628 w 21600"/>
                <a:gd name="connsiteY5" fmla="*/ 13614 h 23985"/>
                <a:gd name="connsiteX6" fmla="*/ 0 w 21600"/>
                <a:gd name="connsiteY6" fmla="*/ 20172 h 23985"/>
                <a:gd name="connsiteX7" fmla="*/ 0 w 21600"/>
                <a:gd name="connsiteY7" fmla="*/ 0 h 23985"/>
                <a:gd name="connsiteX0" fmla="*/ 0 w 21600"/>
                <a:gd name="connsiteY0" fmla="*/ 0 h 23847"/>
                <a:gd name="connsiteX1" fmla="*/ 21600 w 21600"/>
                <a:gd name="connsiteY1" fmla="*/ 0 h 23847"/>
                <a:gd name="connsiteX2" fmla="*/ 21600 w 21600"/>
                <a:gd name="connsiteY2" fmla="*/ 17322 h 23847"/>
                <a:gd name="connsiteX3" fmla="*/ 18398 w 21600"/>
                <a:gd name="connsiteY3" fmla="*/ 18156 h 23847"/>
                <a:gd name="connsiteX4" fmla="*/ 14038 w 21600"/>
                <a:gd name="connsiteY4" fmla="*/ 23671 h 23847"/>
                <a:gd name="connsiteX5" fmla="*/ 6628 w 21600"/>
                <a:gd name="connsiteY5" fmla="*/ 13614 h 23847"/>
                <a:gd name="connsiteX6" fmla="*/ 0 w 21600"/>
                <a:gd name="connsiteY6" fmla="*/ 20172 h 23847"/>
                <a:gd name="connsiteX7" fmla="*/ 0 w 21600"/>
                <a:gd name="connsiteY7" fmla="*/ 0 h 23847"/>
                <a:gd name="connsiteX0" fmla="*/ 0 w 21600"/>
                <a:gd name="connsiteY0" fmla="*/ 0 h 22282"/>
                <a:gd name="connsiteX1" fmla="*/ 21600 w 21600"/>
                <a:gd name="connsiteY1" fmla="*/ 0 h 22282"/>
                <a:gd name="connsiteX2" fmla="*/ 21600 w 21600"/>
                <a:gd name="connsiteY2" fmla="*/ 17322 h 22282"/>
                <a:gd name="connsiteX3" fmla="*/ 18398 w 21600"/>
                <a:gd name="connsiteY3" fmla="*/ 18156 h 22282"/>
                <a:gd name="connsiteX4" fmla="*/ 11277 w 21600"/>
                <a:gd name="connsiteY4" fmla="*/ 22049 h 22282"/>
                <a:gd name="connsiteX5" fmla="*/ 6628 w 21600"/>
                <a:gd name="connsiteY5" fmla="*/ 13614 h 22282"/>
                <a:gd name="connsiteX6" fmla="*/ 0 w 21600"/>
                <a:gd name="connsiteY6" fmla="*/ 20172 h 22282"/>
                <a:gd name="connsiteX7" fmla="*/ 0 w 21600"/>
                <a:gd name="connsiteY7" fmla="*/ 0 h 22282"/>
                <a:gd name="connsiteX0" fmla="*/ 0 w 21600"/>
                <a:gd name="connsiteY0" fmla="*/ 0 h 22244"/>
                <a:gd name="connsiteX1" fmla="*/ 21600 w 21600"/>
                <a:gd name="connsiteY1" fmla="*/ 0 h 22244"/>
                <a:gd name="connsiteX2" fmla="*/ 21600 w 21600"/>
                <a:gd name="connsiteY2" fmla="*/ 17322 h 22244"/>
                <a:gd name="connsiteX3" fmla="*/ 18398 w 21600"/>
                <a:gd name="connsiteY3" fmla="*/ 17183 h 22244"/>
                <a:gd name="connsiteX4" fmla="*/ 11277 w 21600"/>
                <a:gd name="connsiteY4" fmla="*/ 22049 h 22244"/>
                <a:gd name="connsiteX5" fmla="*/ 6628 w 21600"/>
                <a:gd name="connsiteY5" fmla="*/ 13614 h 22244"/>
                <a:gd name="connsiteX6" fmla="*/ 0 w 21600"/>
                <a:gd name="connsiteY6" fmla="*/ 20172 h 22244"/>
                <a:gd name="connsiteX7" fmla="*/ 0 w 21600"/>
                <a:gd name="connsiteY7" fmla="*/ 0 h 2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00" h="22244">
                  <a:moveTo>
                    <a:pt x="0" y="0"/>
                  </a:moveTo>
                  <a:lnTo>
                    <a:pt x="21600" y="0"/>
                  </a:lnTo>
                  <a:lnTo>
                    <a:pt x="21600" y="17322"/>
                  </a:lnTo>
                  <a:cubicBezTo>
                    <a:pt x="21236" y="20835"/>
                    <a:pt x="19658" y="16125"/>
                    <a:pt x="18398" y="17183"/>
                  </a:cubicBezTo>
                  <a:cubicBezTo>
                    <a:pt x="17138" y="18241"/>
                    <a:pt x="13408" y="23293"/>
                    <a:pt x="11277" y="22049"/>
                  </a:cubicBezTo>
                  <a:cubicBezTo>
                    <a:pt x="8903" y="22567"/>
                    <a:pt x="9016" y="13278"/>
                    <a:pt x="6628" y="13614"/>
                  </a:cubicBezTo>
                  <a:cubicBezTo>
                    <a:pt x="4240" y="13950"/>
                    <a:pt x="1226" y="23576"/>
                    <a:pt x="0" y="201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25C46DB-BDFC-8434-CD8E-E0D0F94137C8}"/>
                </a:ext>
              </a:extLst>
            </p:cNvPr>
            <p:cNvSpPr txBox="1"/>
            <p:nvPr/>
          </p:nvSpPr>
          <p:spPr>
            <a:xfrm>
              <a:off x="2993834" y="2316901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</a:t>
              </a: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E7B2888E-7C96-A0A2-0BF5-32D6A294DD9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88670" y="1098211"/>
              <a:ext cx="1080654" cy="1138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AF857DFD-0618-7544-DB08-681F782C3D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16351" y="166689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E3CF8CC-9C06-9D99-0116-D83B0ED9C0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88207" y="166689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68F18830-71AB-71FA-922F-30D89453936C}"/>
                </a:ext>
              </a:extLst>
            </p:cNvPr>
            <p:cNvSpPr txBox="1"/>
            <p:nvPr/>
          </p:nvSpPr>
          <p:spPr>
            <a:xfrm>
              <a:off x="5170531" y="2357497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520A5D98-24AD-7862-73DF-E2274729724A}"/>
                </a:ext>
              </a:extLst>
            </p:cNvPr>
            <p:cNvGrpSpPr/>
            <p:nvPr/>
          </p:nvGrpSpPr>
          <p:grpSpPr>
            <a:xfrm>
              <a:off x="6094561" y="1251578"/>
              <a:ext cx="894338" cy="872840"/>
              <a:chOff x="5843440" y="1251578"/>
              <a:chExt cx="1145459" cy="872840"/>
            </a:xfrm>
          </p:grpSpPr>
          <p:sp>
            <p:nvSpPr>
              <p:cNvPr id="246" name="Isosceles Triangle 245">
                <a:extLst>
                  <a:ext uri="{FF2B5EF4-FFF2-40B4-BE49-F238E27FC236}">
                    <a16:creationId xmlns:a16="http://schemas.microsoft.com/office/drawing/2014/main" id="{1206D5DD-D6B9-6ED8-DB4E-2CEBA7968ED1}"/>
                  </a:ext>
                </a:extLst>
              </p:cNvPr>
              <p:cNvSpPr/>
              <p:nvPr/>
            </p:nvSpPr>
            <p:spPr>
              <a:xfrm rot="16200000">
                <a:off x="5979750" y="1115268"/>
                <a:ext cx="872840" cy="1145459"/>
              </a:xfrm>
              <a:prstGeom prst="triangle">
                <a:avLst/>
              </a:prstGeom>
              <a:solidFill>
                <a:srgbClr val="00B0F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09E92965-AFA2-EB36-907A-DD8479821708}"/>
                  </a:ext>
                </a:extLst>
              </p:cNvPr>
              <p:cNvGrpSpPr/>
              <p:nvPr/>
            </p:nvGrpSpPr>
            <p:grpSpPr>
              <a:xfrm flipH="1">
                <a:off x="6332646" y="1336878"/>
                <a:ext cx="416563" cy="699637"/>
                <a:chOff x="7391413" y="1641678"/>
                <a:chExt cx="530745" cy="699637"/>
              </a:xfrm>
            </p:grpSpPr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162B70D6-591A-B78D-020C-ECE22DFCCDEA}"/>
                    </a:ext>
                  </a:extLst>
                </p:cNvPr>
                <p:cNvSpPr/>
                <p:nvPr/>
              </p:nvSpPr>
              <p:spPr>
                <a:xfrm>
                  <a:off x="7391413" y="1641678"/>
                  <a:ext cx="131259" cy="699637"/>
                </a:xfrm>
                <a:custGeom>
                  <a:avLst/>
                  <a:gdLst>
                    <a:gd name="connsiteX0" fmla="*/ 82319 w 84047"/>
                    <a:gd name="connsiteY0" fmla="*/ 0 h 274613"/>
                    <a:gd name="connsiteX1" fmla="*/ 23 w 84047"/>
                    <a:gd name="connsiteY1" fmla="*/ 155448 h 274613"/>
                    <a:gd name="connsiteX2" fmla="*/ 73175 w 84047"/>
                    <a:gd name="connsiteY2" fmla="*/ 256032 h 274613"/>
                    <a:gd name="connsiteX3" fmla="*/ 82319 w 84047"/>
                    <a:gd name="connsiteY3" fmla="*/ 274320 h 274613"/>
                    <a:gd name="connsiteX0" fmla="*/ 82319 w 82319"/>
                    <a:gd name="connsiteY0" fmla="*/ 0 h 256032"/>
                    <a:gd name="connsiteX1" fmla="*/ 23 w 82319"/>
                    <a:gd name="connsiteY1" fmla="*/ 155448 h 256032"/>
                    <a:gd name="connsiteX2" fmla="*/ 73175 w 82319"/>
                    <a:gd name="connsiteY2" fmla="*/ 256032 h 256032"/>
                    <a:gd name="connsiteX0" fmla="*/ 82298 w 84110"/>
                    <a:gd name="connsiteY0" fmla="*/ 0 h 281814"/>
                    <a:gd name="connsiteX1" fmla="*/ 2 w 84110"/>
                    <a:gd name="connsiteY1" fmla="*/ 155448 h 281814"/>
                    <a:gd name="connsiteX2" fmla="*/ 84110 w 84110"/>
                    <a:gd name="connsiteY2" fmla="*/ 281814 h 281814"/>
                    <a:gd name="connsiteX0" fmla="*/ 76820 w 78632"/>
                    <a:gd name="connsiteY0" fmla="*/ 0 h 281814"/>
                    <a:gd name="connsiteX1" fmla="*/ 2 w 78632"/>
                    <a:gd name="connsiteY1" fmla="*/ 144398 h 281814"/>
                    <a:gd name="connsiteX2" fmla="*/ 78632 w 78632"/>
                    <a:gd name="connsiteY2" fmla="*/ 281814 h 28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8632" h="281814">
                      <a:moveTo>
                        <a:pt x="76820" y="0"/>
                      </a:moveTo>
                      <a:cubicBezTo>
                        <a:pt x="36434" y="56388"/>
                        <a:pt x="-300" y="97429"/>
                        <a:pt x="2" y="144398"/>
                      </a:cubicBezTo>
                      <a:cubicBezTo>
                        <a:pt x="304" y="191367"/>
                        <a:pt x="78632" y="281814"/>
                        <a:pt x="78632" y="281814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F7FCB981-14E5-57B9-D88F-DEA4E8933E63}"/>
                    </a:ext>
                  </a:extLst>
                </p:cNvPr>
                <p:cNvSpPr/>
                <p:nvPr/>
              </p:nvSpPr>
              <p:spPr>
                <a:xfrm>
                  <a:off x="7793365" y="1764257"/>
                  <a:ext cx="128793" cy="483625"/>
                </a:xfrm>
                <a:custGeom>
                  <a:avLst/>
                  <a:gdLst>
                    <a:gd name="connsiteX0" fmla="*/ 82319 w 84047"/>
                    <a:gd name="connsiteY0" fmla="*/ 0 h 274613"/>
                    <a:gd name="connsiteX1" fmla="*/ 23 w 84047"/>
                    <a:gd name="connsiteY1" fmla="*/ 155448 h 274613"/>
                    <a:gd name="connsiteX2" fmla="*/ 73175 w 84047"/>
                    <a:gd name="connsiteY2" fmla="*/ 256032 h 274613"/>
                    <a:gd name="connsiteX3" fmla="*/ 82319 w 84047"/>
                    <a:gd name="connsiteY3" fmla="*/ 274320 h 274613"/>
                    <a:gd name="connsiteX0" fmla="*/ 82319 w 82319"/>
                    <a:gd name="connsiteY0" fmla="*/ 0 h 256032"/>
                    <a:gd name="connsiteX1" fmla="*/ 23 w 82319"/>
                    <a:gd name="connsiteY1" fmla="*/ 155448 h 256032"/>
                    <a:gd name="connsiteX2" fmla="*/ 73175 w 82319"/>
                    <a:gd name="connsiteY2" fmla="*/ 256032 h 256032"/>
                    <a:gd name="connsiteX0" fmla="*/ 82298 w 84110"/>
                    <a:gd name="connsiteY0" fmla="*/ 0 h 281814"/>
                    <a:gd name="connsiteX1" fmla="*/ 2 w 84110"/>
                    <a:gd name="connsiteY1" fmla="*/ 155448 h 281814"/>
                    <a:gd name="connsiteX2" fmla="*/ 84110 w 84110"/>
                    <a:gd name="connsiteY2" fmla="*/ 281814 h 281814"/>
                    <a:gd name="connsiteX0" fmla="*/ 76820 w 78632"/>
                    <a:gd name="connsiteY0" fmla="*/ 0 h 281814"/>
                    <a:gd name="connsiteX1" fmla="*/ 2 w 78632"/>
                    <a:gd name="connsiteY1" fmla="*/ 144398 h 281814"/>
                    <a:gd name="connsiteX2" fmla="*/ 78632 w 78632"/>
                    <a:gd name="connsiteY2" fmla="*/ 281814 h 281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8632" h="281814">
                      <a:moveTo>
                        <a:pt x="76820" y="0"/>
                      </a:moveTo>
                      <a:cubicBezTo>
                        <a:pt x="36434" y="56388"/>
                        <a:pt x="-300" y="97429"/>
                        <a:pt x="2" y="144398"/>
                      </a:cubicBezTo>
                      <a:cubicBezTo>
                        <a:pt x="304" y="191367"/>
                        <a:pt x="78632" y="281814"/>
                        <a:pt x="78632" y="281814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2" name="Rectangle 35">
              <a:extLst>
                <a:ext uri="{FF2B5EF4-FFF2-40B4-BE49-F238E27FC236}">
                  <a16:creationId xmlns:a16="http://schemas.microsoft.com/office/drawing/2014/main" id="{1956C63C-57AD-3408-C00D-3F0FECD9B76B}"/>
                </a:ext>
              </a:extLst>
            </p:cNvPr>
            <p:cNvSpPr/>
            <p:nvPr/>
          </p:nvSpPr>
          <p:spPr>
            <a:xfrm rot="16200000" flipH="1">
              <a:off x="2160359" y="1637890"/>
              <a:ext cx="1520582" cy="872840"/>
            </a:xfrm>
            <a:custGeom>
              <a:avLst/>
              <a:gdLst>
                <a:gd name="connsiteX0" fmla="*/ 0 w 2352686"/>
                <a:gd name="connsiteY0" fmla="*/ 0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0 w 2352686"/>
                <a:gd name="connsiteY4" fmla="*/ 0 h 872840"/>
                <a:gd name="connsiteX0" fmla="*/ 969264 w 2352686"/>
                <a:gd name="connsiteY0" fmla="*/ 9144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969264 w 2352686"/>
                <a:gd name="connsiteY4" fmla="*/ 9144 h 872840"/>
                <a:gd name="connsiteX0" fmla="*/ 914400 w 2297822"/>
                <a:gd name="connsiteY0" fmla="*/ 9144 h 872840"/>
                <a:gd name="connsiteX1" fmla="*/ 2297822 w 2297822"/>
                <a:gd name="connsiteY1" fmla="*/ 0 h 872840"/>
                <a:gd name="connsiteX2" fmla="*/ 2297822 w 2297822"/>
                <a:gd name="connsiteY2" fmla="*/ 872840 h 872840"/>
                <a:gd name="connsiteX3" fmla="*/ 0 w 2297822"/>
                <a:gd name="connsiteY3" fmla="*/ 863696 h 872840"/>
                <a:gd name="connsiteX4" fmla="*/ 914400 w 2297822"/>
                <a:gd name="connsiteY4" fmla="*/ 9144 h 872840"/>
                <a:gd name="connsiteX0" fmla="*/ 137160 w 1520582"/>
                <a:gd name="connsiteY0" fmla="*/ 9144 h 872840"/>
                <a:gd name="connsiteX1" fmla="*/ 1520582 w 1520582"/>
                <a:gd name="connsiteY1" fmla="*/ 0 h 872840"/>
                <a:gd name="connsiteX2" fmla="*/ 1520582 w 1520582"/>
                <a:gd name="connsiteY2" fmla="*/ 872840 h 872840"/>
                <a:gd name="connsiteX3" fmla="*/ 0 w 1520582"/>
                <a:gd name="connsiteY3" fmla="*/ 863696 h 872840"/>
                <a:gd name="connsiteX4" fmla="*/ 137160 w 1520582"/>
                <a:gd name="connsiteY4" fmla="*/ 9144 h 872840"/>
                <a:gd name="connsiteX0" fmla="*/ 795528 w 1520582"/>
                <a:gd name="connsiteY0" fmla="*/ 18288 h 872840"/>
                <a:gd name="connsiteX1" fmla="*/ 1520582 w 1520582"/>
                <a:gd name="connsiteY1" fmla="*/ 0 h 872840"/>
                <a:gd name="connsiteX2" fmla="*/ 1520582 w 1520582"/>
                <a:gd name="connsiteY2" fmla="*/ 872840 h 872840"/>
                <a:gd name="connsiteX3" fmla="*/ 0 w 1520582"/>
                <a:gd name="connsiteY3" fmla="*/ 863696 h 872840"/>
                <a:gd name="connsiteX4" fmla="*/ 795528 w 1520582"/>
                <a:gd name="connsiteY4" fmla="*/ 18288 h 87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582" h="872840">
                  <a:moveTo>
                    <a:pt x="795528" y="18288"/>
                  </a:moveTo>
                  <a:lnTo>
                    <a:pt x="1520582" y="0"/>
                  </a:lnTo>
                  <a:lnTo>
                    <a:pt x="1520582" y="872840"/>
                  </a:lnTo>
                  <a:lnTo>
                    <a:pt x="0" y="863696"/>
                  </a:lnTo>
                  <a:lnTo>
                    <a:pt x="795528" y="18288"/>
                  </a:lnTo>
                  <a:close/>
                </a:path>
              </a:pathLst>
            </a:cu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Isosceles Triangle 192">
              <a:extLst>
                <a:ext uri="{FF2B5EF4-FFF2-40B4-BE49-F238E27FC236}">
                  <a16:creationId xmlns:a16="http://schemas.microsoft.com/office/drawing/2014/main" id="{325942CB-5A32-1FC9-5A8A-F07FB79628AD}"/>
                </a:ext>
              </a:extLst>
            </p:cNvPr>
            <p:cNvSpPr/>
            <p:nvPr/>
          </p:nvSpPr>
          <p:spPr>
            <a:xfrm rot="10800000" flipH="1">
              <a:off x="2505396" y="2834193"/>
              <a:ext cx="872840" cy="1120053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6CA6232-0BFE-617E-B45B-52413BB34F2E}"/>
                </a:ext>
              </a:extLst>
            </p:cNvPr>
            <p:cNvSpPr/>
            <p:nvPr/>
          </p:nvSpPr>
          <p:spPr>
            <a:xfrm rot="5400000">
              <a:off x="2910678" y="3498731"/>
              <a:ext cx="64502" cy="274613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047" h="274613">
                  <a:moveTo>
                    <a:pt x="82319" y="0"/>
                  </a:moveTo>
                  <a:cubicBezTo>
                    <a:pt x="41933" y="56388"/>
                    <a:pt x="1547" y="112776"/>
                    <a:pt x="23" y="155448"/>
                  </a:cubicBezTo>
                  <a:cubicBezTo>
                    <a:pt x="-1501" y="198120"/>
                    <a:pt x="73175" y="256032"/>
                    <a:pt x="73175" y="256032"/>
                  </a:cubicBezTo>
                  <a:cubicBezTo>
                    <a:pt x="86891" y="275844"/>
                    <a:pt x="84605" y="275082"/>
                    <a:pt x="82319" y="27432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4235BF7-D725-F88B-31AB-25F095255667}"/>
                </a:ext>
              </a:extLst>
            </p:cNvPr>
            <p:cNvSpPr/>
            <p:nvPr/>
          </p:nvSpPr>
          <p:spPr>
            <a:xfrm rot="5400000">
              <a:off x="2891556" y="2719562"/>
              <a:ext cx="100735" cy="699637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75AC3E8-C8B2-939A-6BCE-8F779C836B28}"/>
                </a:ext>
              </a:extLst>
            </p:cNvPr>
            <p:cNvSpPr/>
            <p:nvPr/>
          </p:nvSpPr>
          <p:spPr>
            <a:xfrm rot="5400000">
              <a:off x="2883716" y="3135102"/>
              <a:ext cx="98843" cy="483625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32" h="281814">
                  <a:moveTo>
                    <a:pt x="76820" y="0"/>
                  </a:moveTo>
                  <a:cubicBezTo>
                    <a:pt x="36434" y="56388"/>
                    <a:pt x="-300" y="97429"/>
                    <a:pt x="2" y="144398"/>
                  </a:cubicBezTo>
                  <a:cubicBezTo>
                    <a:pt x="304" y="191367"/>
                    <a:pt x="78632" y="281814"/>
                    <a:pt x="78632" y="281814"/>
                  </a:cubicBezTo>
                </a:path>
              </a:pathLst>
            </a:cu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C4C2C494-53A2-A595-B8D3-804E28B2832B}"/>
                </a:ext>
              </a:extLst>
            </p:cNvPr>
            <p:cNvGrpSpPr/>
            <p:nvPr/>
          </p:nvGrpSpPr>
          <p:grpSpPr>
            <a:xfrm rot="5400000">
              <a:off x="8433746" y="2957798"/>
              <a:ext cx="1120053" cy="872840"/>
              <a:chOff x="7156687" y="1403978"/>
              <a:chExt cx="1459436" cy="872840"/>
            </a:xfrm>
          </p:grpSpPr>
          <p:sp>
            <p:nvSpPr>
              <p:cNvPr id="242" name="Isosceles Triangle 241">
                <a:extLst>
                  <a:ext uri="{FF2B5EF4-FFF2-40B4-BE49-F238E27FC236}">
                    <a16:creationId xmlns:a16="http://schemas.microsoft.com/office/drawing/2014/main" id="{21545E11-5EE3-E533-8271-89E6E5DC4263}"/>
                  </a:ext>
                </a:extLst>
              </p:cNvPr>
              <p:cNvSpPr/>
              <p:nvPr/>
            </p:nvSpPr>
            <p:spPr>
              <a:xfrm rot="5400000" flipH="1">
                <a:off x="7449985" y="1110680"/>
                <a:ext cx="872840" cy="1459436"/>
              </a:xfrm>
              <a:prstGeom prst="triangle">
                <a:avLst/>
              </a:prstGeom>
              <a:solidFill>
                <a:srgbClr val="00B0F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0FA2A8D9-D0B2-B2F9-23B1-D21D525CAD04}"/>
                  </a:ext>
                </a:extLst>
              </p:cNvPr>
              <p:cNvSpPr/>
              <p:nvPr/>
            </p:nvSpPr>
            <p:spPr>
              <a:xfrm>
                <a:off x="8159473" y="1667256"/>
                <a:ext cx="84047" cy="274613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047" h="274613">
                    <a:moveTo>
                      <a:pt x="82319" y="0"/>
                    </a:moveTo>
                    <a:cubicBezTo>
                      <a:pt x="41933" y="56388"/>
                      <a:pt x="1547" y="112776"/>
                      <a:pt x="23" y="155448"/>
                    </a:cubicBezTo>
                    <a:cubicBezTo>
                      <a:pt x="-1501" y="198120"/>
                      <a:pt x="73175" y="256032"/>
                      <a:pt x="73175" y="256032"/>
                    </a:cubicBezTo>
                    <a:cubicBezTo>
                      <a:pt x="86891" y="275844"/>
                      <a:pt x="84605" y="275082"/>
                      <a:pt x="82319" y="274320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A78651BC-5451-15EC-44A4-5AC513D047E0}"/>
                  </a:ext>
                </a:extLst>
              </p:cNvPr>
              <p:cNvSpPr/>
              <p:nvPr/>
            </p:nvSpPr>
            <p:spPr>
              <a:xfrm>
                <a:off x="7397509" y="1490472"/>
                <a:ext cx="131258" cy="699637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28CDC457-0711-AB2D-2F2B-4F0D6CCC6FA8}"/>
                  </a:ext>
                </a:extLst>
              </p:cNvPr>
              <p:cNvSpPr/>
              <p:nvPr/>
            </p:nvSpPr>
            <p:spPr>
              <a:xfrm>
                <a:off x="7799461" y="1607264"/>
                <a:ext cx="128793" cy="483625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632" h="281814">
                    <a:moveTo>
                      <a:pt x="76820" y="0"/>
                    </a:moveTo>
                    <a:cubicBezTo>
                      <a:pt x="36434" y="56388"/>
                      <a:pt x="-300" y="97429"/>
                      <a:pt x="2" y="144398"/>
                    </a:cubicBezTo>
                    <a:cubicBezTo>
                      <a:pt x="304" y="191367"/>
                      <a:pt x="78632" y="281814"/>
                      <a:pt x="78632" y="281814"/>
                    </a:cubicBezTo>
                  </a:path>
                </a:pathLst>
              </a:custGeom>
              <a:noFill/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B607058C-3F36-4B0E-1019-A8E5767D123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72639" y="166689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5C8DC56-719F-1842-D98A-53EA81E4D4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44495" y="166689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Rectangle 35">
              <a:extLst>
                <a:ext uri="{FF2B5EF4-FFF2-40B4-BE49-F238E27FC236}">
                  <a16:creationId xmlns:a16="http://schemas.microsoft.com/office/drawing/2014/main" id="{B24E0ED0-39D0-E6CA-D5E7-2A4A9EDB4067}"/>
                </a:ext>
              </a:extLst>
            </p:cNvPr>
            <p:cNvSpPr/>
            <p:nvPr/>
          </p:nvSpPr>
          <p:spPr>
            <a:xfrm rot="5400000">
              <a:off x="8223831" y="1637890"/>
              <a:ext cx="1520582" cy="872840"/>
            </a:xfrm>
            <a:custGeom>
              <a:avLst/>
              <a:gdLst>
                <a:gd name="connsiteX0" fmla="*/ 0 w 2352686"/>
                <a:gd name="connsiteY0" fmla="*/ 0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0 w 2352686"/>
                <a:gd name="connsiteY4" fmla="*/ 0 h 872840"/>
                <a:gd name="connsiteX0" fmla="*/ 969264 w 2352686"/>
                <a:gd name="connsiteY0" fmla="*/ 9144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969264 w 2352686"/>
                <a:gd name="connsiteY4" fmla="*/ 9144 h 872840"/>
                <a:gd name="connsiteX0" fmla="*/ 914400 w 2297822"/>
                <a:gd name="connsiteY0" fmla="*/ 9144 h 872840"/>
                <a:gd name="connsiteX1" fmla="*/ 2297822 w 2297822"/>
                <a:gd name="connsiteY1" fmla="*/ 0 h 872840"/>
                <a:gd name="connsiteX2" fmla="*/ 2297822 w 2297822"/>
                <a:gd name="connsiteY2" fmla="*/ 872840 h 872840"/>
                <a:gd name="connsiteX3" fmla="*/ 0 w 2297822"/>
                <a:gd name="connsiteY3" fmla="*/ 863696 h 872840"/>
                <a:gd name="connsiteX4" fmla="*/ 914400 w 2297822"/>
                <a:gd name="connsiteY4" fmla="*/ 9144 h 872840"/>
                <a:gd name="connsiteX0" fmla="*/ 137160 w 1520582"/>
                <a:gd name="connsiteY0" fmla="*/ 9144 h 872840"/>
                <a:gd name="connsiteX1" fmla="*/ 1520582 w 1520582"/>
                <a:gd name="connsiteY1" fmla="*/ 0 h 872840"/>
                <a:gd name="connsiteX2" fmla="*/ 1520582 w 1520582"/>
                <a:gd name="connsiteY2" fmla="*/ 872840 h 872840"/>
                <a:gd name="connsiteX3" fmla="*/ 0 w 1520582"/>
                <a:gd name="connsiteY3" fmla="*/ 863696 h 872840"/>
                <a:gd name="connsiteX4" fmla="*/ 137160 w 1520582"/>
                <a:gd name="connsiteY4" fmla="*/ 9144 h 872840"/>
                <a:gd name="connsiteX0" fmla="*/ 795528 w 1520582"/>
                <a:gd name="connsiteY0" fmla="*/ 18288 h 872840"/>
                <a:gd name="connsiteX1" fmla="*/ 1520582 w 1520582"/>
                <a:gd name="connsiteY1" fmla="*/ 0 h 872840"/>
                <a:gd name="connsiteX2" fmla="*/ 1520582 w 1520582"/>
                <a:gd name="connsiteY2" fmla="*/ 872840 h 872840"/>
                <a:gd name="connsiteX3" fmla="*/ 0 w 1520582"/>
                <a:gd name="connsiteY3" fmla="*/ 863696 h 872840"/>
                <a:gd name="connsiteX4" fmla="*/ 795528 w 1520582"/>
                <a:gd name="connsiteY4" fmla="*/ 18288 h 87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0582" h="872840">
                  <a:moveTo>
                    <a:pt x="795528" y="18288"/>
                  </a:moveTo>
                  <a:lnTo>
                    <a:pt x="1520582" y="0"/>
                  </a:lnTo>
                  <a:lnTo>
                    <a:pt x="1520582" y="872840"/>
                  </a:lnTo>
                  <a:lnTo>
                    <a:pt x="0" y="863696"/>
                  </a:lnTo>
                  <a:lnTo>
                    <a:pt x="795528" y="18288"/>
                  </a:ln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Isosceles Triangle 200">
              <a:extLst>
                <a:ext uri="{FF2B5EF4-FFF2-40B4-BE49-F238E27FC236}">
                  <a16:creationId xmlns:a16="http://schemas.microsoft.com/office/drawing/2014/main" id="{181CDB7D-85D0-75A2-9B79-BCD4AC5F08F9}"/>
                </a:ext>
              </a:extLst>
            </p:cNvPr>
            <p:cNvSpPr/>
            <p:nvPr/>
          </p:nvSpPr>
          <p:spPr>
            <a:xfrm rot="5400000" flipH="1">
              <a:off x="5001261" y="971908"/>
              <a:ext cx="872840" cy="1432179"/>
            </a:xfrm>
            <a:prstGeom prst="triangle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35">
              <a:extLst>
                <a:ext uri="{FF2B5EF4-FFF2-40B4-BE49-F238E27FC236}">
                  <a16:creationId xmlns:a16="http://schemas.microsoft.com/office/drawing/2014/main" id="{27A60EB8-C11E-4AEB-FD3C-46003B9CF60B}"/>
                </a:ext>
              </a:extLst>
            </p:cNvPr>
            <p:cNvSpPr/>
            <p:nvPr/>
          </p:nvSpPr>
          <p:spPr>
            <a:xfrm>
              <a:off x="1278244" y="1248318"/>
              <a:ext cx="3453522" cy="889096"/>
            </a:xfrm>
            <a:custGeom>
              <a:avLst/>
              <a:gdLst>
                <a:gd name="connsiteX0" fmla="*/ 0 w 2352686"/>
                <a:gd name="connsiteY0" fmla="*/ 0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0 w 2352686"/>
                <a:gd name="connsiteY4" fmla="*/ 0 h 872840"/>
                <a:gd name="connsiteX0" fmla="*/ 969264 w 2352686"/>
                <a:gd name="connsiteY0" fmla="*/ 9144 h 872840"/>
                <a:gd name="connsiteX1" fmla="*/ 2352686 w 2352686"/>
                <a:gd name="connsiteY1" fmla="*/ 0 h 872840"/>
                <a:gd name="connsiteX2" fmla="*/ 2352686 w 2352686"/>
                <a:gd name="connsiteY2" fmla="*/ 872840 h 872840"/>
                <a:gd name="connsiteX3" fmla="*/ 0 w 2352686"/>
                <a:gd name="connsiteY3" fmla="*/ 872840 h 872840"/>
                <a:gd name="connsiteX4" fmla="*/ 969264 w 2352686"/>
                <a:gd name="connsiteY4" fmla="*/ 9144 h 872840"/>
                <a:gd name="connsiteX0" fmla="*/ 914400 w 2297822"/>
                <a:gd name="connsiteY0" fmla="*/ 9144 h 872840"/>
                <a:gd name="connsiteX1" fmla="*/ 2297822 w 2297822"/>
                <a:gd name="connsiteY1" fmla="*/ 0 h 872840"/>
                <a:gd name="connsiteX2" fmla="*/ 2297822 w 2297822"/>
                <a:gd name="connsiteY2" fmla="*/ 872840 h 872840"/>
                <a:gd name="connsiteX3" fmla="*/ 0 w 2297822"/>
                <a:gd name="connsiteY3" fmla="*/ 863696 h 872840"/>
                <a:gd name="connsiteX4" fmla="*/ 914400 w 2297822"/>
                <a:gd name="connsiteY4" fmla="*/ 9144 h 872840"/>
                <a:gd name="connsiteX0" fmla="*/ 0 w 3453522"/>
                <a:gd name="connsiteY0" fmla="*/ 0 h 889096"/>
                <a:gd name="connsiteX1" fmla="*/ 3453522 w 3453522"/>
                <a:gd name="connsiteY1" fmla="*/ 16256 h 889096"/>
                <a:gd name="connsiteX2" fmla="*/ 3453522 w 3453522"/>
                <a:gd name="connsiteY2" fmla="*/ 889096 h 889096"/>
                <a:gd name="connsiteX3" fmla="*/ 1155700 w 3453522"/>
                <a:gd name="connsiteY3" fmla="*/ 879952 h 889096"/>
                <a:gd name="connsiteX4" fmla="*/ 0 w 3453522"/>
                <a:gd name="connsiteY4" fmla="*/ 0 h 889096"/>
                <a:gd name="connsiteX0" fmla="*/ 19050 w 3472572"/>
                <a:gd name="connsiteY0" fmla="*/ 0 h 889096"/>
                <a:gd name="connsiteX1" fmla="*/ 3472572 w 3472572"/>
                <a:gd name="connsiteY1" fmla="*/ 16256 h 889096"/>
                <a:gd name="connsiteX2" fmla="*/ 3472572 w 3472572"/>
                <a:gd name="connsiteY2" fmla="*/ 889096 h 889096"/>
                <a:gd name="connsiteX3" fmla="*/ 0 w 3472572"/>
                <a:gd name="connsiteY3" fmla="*/ 829152 h 889096"/>
                <a:gd name="connsiteX4" fmla="*/ 19050 w 3472572"/>
                <a:gd name="connsiteY4" fmla="*/ 0 h 889096"/>
                <a:gd name="connsiteX0" fmla="*/ 0 w 3453522"/>
                <a:gd name="connsiteY0" fmla="*/ 0 h 889096"/>
                <a:gd name="connsiteX1" fmla="*/ 3453522 w 3453522"/>
                <a:gd name="connsiteY1" fmla="*/ 16256 h 889096"/>
                <a:gd name="connsiteX2" fmla="*/ 3453522 w 3453522"/>
                <a:gd name="connsiteY2" fmla="*/ 889096 h 889096"/>
                <a:gd name="connsiteX3" fmla="*/ 6350 w 3453522"/>
                <a:gd name="connsiteY3" fmla="*/ 829152 h 889096"/>
                <a:gd name="connsiteX4" fmla="*/ 0 w 3453522"/>
                <a:gd name="connsiteY4" fmla="*/ 0 h 889096"/>
                <a:gd name="connsiteX0" fmla="*/ 3559 w 3457081"/>
                <a:gd name="connsiteY0" fmla="*/ 0 h 889096"/>
                <a:gd name="connsiteX1" fmla="*/ 3457081 w 3457081"/>
                <a:gd name="connsiteY1" fmla="*/ 16256 h 889096"/>
                <a:gd name="connsiteX2" fmla="*/ 3457081 w 3457081"/>
                <a:gd name="connsiteY2" fmla="*/ 889096 h 889096"/>
                <a:gd name="connsiteX3" fmla="*/ 384 w 3457081"/>
                <a:gd name="connsiteY3" fmla="*/ 876777 h 889096"/>
                <a:gd name="connsiteX4" fmla="*/ 3559 w 3457081"/>
                <a:gd name="connsiteY4" fmla="*/ 0 h 889096"/>
                <a:gd name="connsiteX0" fmla="*/ 0 w 3453522"/>
                <a:gd name="connsiteY0" fmla="*/ 0 h 889096"/>
                <a:gd name="connsiteX1" fmla="*/ 3453522 w 3453522"/>
                <a:gd name="connsiteY1" fmla="*/ 16256 h 889096"/>
                <a:gd name="connsiteX2" fmla="*/ 3453522 w 3453522"/>
                <a:gd name="connsiteY2" fmla="*/ 889096 h 889096"/>
                <a:gd name="connsiteX3" fmla="*/ 6350 w 3453522"/>
                <a:gd name="connsiteY3" fmla="*/ 876777 h 889096"/>
                <a:gd name="connsiteX4" fmla="*/ 0 w 3453522"/>
                <a:gd name="connsiteY4" fmla="*/ 0 h 8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3522" h="889096">
                  <a:moveTo>
                    <a:pt x="0" y="0"/>
                  </a:moveTo>
                  <a:lnTo>
                    <a:pt x="3453522" y="16256"/>
                  </a:lnTo>
                  <a:lnTo>
                    <a:pt x="3453522" y="889096"/>
                  </a:lnTo>
                  <a:lnTo>
                    <a:pt x="6350" y="876777"/>
                  </a:lnTo>
                  <a:cubicBezTo>
                    <a:pt x="4233" y="600393"/>
                    <a:pt x="2117" y="276384"/>
                    <a:pt x="0" y="0"/>
                  </a:cubicBezTo>
                  <a:close/>
                </a:path>
              </a:pathLst>
            </a:cu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E0077FA-3F82-DF4F-8522-09B54F8B1493}"/>
                </a:ext>
              </a:extLst>
            </p:cNvPr>
            <p:cNvSpPr/>
            <p:nvPr/>
          </p:nvSpPr>
          <p:spPr>
            <a:xfrm rot="21047121">
              <a:off x="4006794" y="1285913"/>
              <a:ext cx="240776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426" h="1024128">
                  <a:moveTo>
                    <a:pt x="256426" y="0"/>
                  </a:moveTo>
                  <a:cubicBezTo>
                    <a:pt x="164986" y="160782"/>
                    <a:pt x="97930" y="166116"/>
                    <a:pt x="82690" y="256032"/>
                  </a:cubicBezTo>
                  <a:cubicBezTo>
                    <a:pt x="67450" y="345948"/>
                    <a:pt x="178702" y="467868"/>
                    <a:pt x="164986" y="539496"/>
                  </a:cubicBezTo>
                  <a:cubicBezTo>
                    <a:pt x="151270" y="611124"/>
                    <a:pt x="8014" y="626364"/>
                    <a:pt x="394" y="685800"/>
                  </a:cubicBezTo>
                  <a:cubicBezTo>
                    <a:pt x="-7226" y="745236"/>
                    <a:pt x="97930" y="868680"/>
                    <a:pt x="119266" y="896112"/>
                  </a:cubicBezTo>
                  <a:cubicBezTo>
                    <a:pt x="140602" y="923544"/>
                    <a:pt x="65926" y="1005840"/>
                    <a:pt x="64402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DB5CB2-0624-1C37-D028-0469057C115F}"/>
                </a:ext>
              </a:extLst>
            </p:cNvPr>
            <p:cNvSpPr/>
            <p:nvPr/>
          </p:nvSpPr>
          <p:spPr>
            <a:xfrm rot="21205842">
              <a:off x="4350101" y="1200533"/>
              <a:ext cx="241893" cy="866738"/>
            </a:xfrm>
            <a:custGeom>
              <a:avLst/>
              <a:gdLst>
                <a:gd name="connsiteX0" fmla="*/ 247050 w 247050"/>
                <a:gd name="connsiteY0" fmla="*/ 0 h 960120"/>
                <a:gd name="connsiteX1" fmla="*/ 45882 w 247050"/>
                <a:gd name="connsiteY1" fmla="*/ 420624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050 w 247050"/>
                <a:gd name="connsiteY0" fmla="*/ 0 h 960120"/>
                <a:gd name="connsiteX1" fmla="*/ 73314 w 247050"/>
                <a:gd name="connsiteY1" fmla="*/ 256032 h 960120"/>
                <a:gd name="connsiteX2" fmla="*/ 137322 w 247050"/>
                <a:gd name="connsiteY2" fmla="*/ 594360 h 960120"/>
                <a:gd name="connsiteX3" fmla="*/ 162 w 247050"/>
                <a:gd name="connsiteY3" fmla="*/ 795528 h 960120"/>
                <a:gd name="connsiteX4" fmla="*/ 109890 w 247050"/>
                <a:gd name="connsiteY4" fmla="*/ 896112 h 960120"/>
                <a:gd name="connsiteX5" fmla="*/ 128178 w 247050"/>
                <a:gd name="connsiteY5" fmla="*/ 960120 h 960120"/>
                <a:gd name="connsiteX0" fmla="*/ 247317 w 247317"/>
                <a:gd name="connsiteY0" fmla="*/ 0 h 960120"/>
                <a:gd name="connsiteX1" fmla="*/ 73581 w 247317"/>
                <a:gd name="connsiteY1" fmla="*/ 256032 h 960120"/>
                <a:gd name="connsiteX2" fmla="*/ 155877 w 247317"/>
                <a:gd name="connsiteY2" fmla="*/ 539496 h 960120"/>
                <a:gd name="connsiteX3" fmla="*/ 429 w 247317"/>
                <a:gd name="connsiteY3" fmla="*/ 795528 h 960120"/>
                <a:gd name="connsiteX4" fmla="*/ 110157 w 247317"/>
                <a:gd name="connsiteY4" fmla="*/ 896112 h 960120"/>
                <a:gd name="connsiteX5" fmla="*/ 128445 w 247317"/>
                <a:gd name="connsiteY5" fmla="*/ 960120 h 960120"/>
                <a:gd name="connsiteX0" fmla="*/ 256426 w 256426"/>
                <a:gd name="connsiteY0" fmla="*/ 0 h 960120"/>
                <a:gd name="connsiteX1" fmla="*/ 82690 w 256426"/>
                <a:gd name="connsiteY1" fmla="*/ 256032 h 960120"/>
                <a:gd name="connsiteX2" fmla="*/ 164986 w 256426"/>
                <a:gd name="connsiteY2" fmla="*/ 539496 h 960120"/>
                <a:gd name="connsiteX3" fmla="*/ 394 w 256426"/>
                <a:gd name="connsiteY3" fmla="*/ 685800 h 960120"/>
                <a:gd name="connsiteX4" fmla="*/ 119266 w 256426"/>
                <a:gd name="connsiteY4" fmla="*/ 896112 h 960120"/>
                <a:gd name="connsiteX5" fmla="*/ 137554 w 256426"/>
                <a:gd name="connsiteY5" fmla="*/ 960120 h 960120"/>
                <a:gd name="connsiteX0" fmla="*/ 256426 w 256426"/>
                <a:gd name="connsiteY0" fmla="*/ 0 h 1024128"/>
                <a:gd name="connsiteX1" fmla="*/ 82690 w 256426"/>
                <a:gd name="connsiteY1" fmla="*/ 256032 h 1024128"/>
                <a:gd name="connsiteX2" fmla="*/ 164986 w 256426"/>
                <a:gd name="connsiteY2" fmla="*/ 539496 h 1024128"/>
                <a:gd name="connsiteX3" fmla="*/ 394 w 256426"/>
                <a:gd name="connsiteY3" fmla="*/ 685800 h 1024128"/>
                <a:gd name="connsiteX4" fmla="*/ 119266 w 256426"/>
                <a:gd name="connsiteY4" fmla="*/ 896112 h 1024128"/>
                <a:gd name="connsiteX5" fmla="*/ 64402 w 256426"/>
                <a:gd name="connsiteY5" fmla="*/ 1024128 h 1024128"/>
                <a:gd name="connsiteX0" fmla="*/ 256142 w 256142"/>
                <a:gd name="connsiteY0" fmla="*/ 0 h 1024128"/>
                <a:gd name="connsiteX1" fmla="*/ 82406 w 256142"/>
                <a:gd name="connsiteY1" fmla="*/ 256032 h 1024128"/>
                <a:gd name="connsiteX2" fmla="*/ 97318 w 256142"/>
                <a:gd name="connsiteY2" fmla="*/ 555225 h 1024128"/>
                <a:gd name="connsiteX3" fmla="*/ 110 w 256142"/>
                <a:gd name="connsiteY3" fmla="*/ 685800 h 1024128"/>
                <a:gd name="connsiteX4" fmla="*/ 118982 w 256142"/>
                <a:gd name="connsiteY4" fmla="*/ 896112 h 1024128"/>
                <a:gd name="connsiteX5" fmla="*/ 64118 w 256142"/>
                <a:gd name="connsiteY5" fmla="*/ 1024128 h 1024128"/>
                <a:gd name="connsiteX0" fmla="*/ 258935 w 258935"/>
                <a:gd name="connsiteY0" fmla="*/ 0 h 1024128"/>
                <a:gd name="connsiteX1" fmla="*/ 85199 w 258935"/>
                <a:gd name="connsiteY1" fmla="*/ 256032 h 1024128"/>
                <a:gd name="connsiteX2" fmla="*/ 100111 w 258935"/>
                <a:gd name="connsiteY2" fmla="*/ 555225 h 1024128"/>
                <a:gd name="connsiteX3" fmla="*/ 2903 w 258935"/>
                <a:gd name="connsiteY3" fmla="*/ 685800 h 1024128"/>
                <a:gd name="connsiteX4" fmla="*/ 34954 w 258935"/>
                <a:gd name="connsiteY4" fmla="*/ 913255 h 1024128"/>
                <a:gd name="connsiteX5" fmla="*/ 66911 w 258935"/>
                <a:gd name="connsiteY5" fmla="*/ 1024128 h 1024128"/>
                <a:gd name="connsiteX0" fmla="*/ 257615 w 257615"/>
                <a:gd name="connsiteY0" fmla="*/ 0 h 1024128"/>
                <a:gd name="connsiteX1" fmla="*/ 83879 w 257615"/>
                <a:gd name="connsiteY1" fmla="*/ 256032 h 1024128"/>
                <a:gd name="connsiteX2" fmla="*/ 76170 w 257615"/>
                <a:gd name="connsiteY2" fmla="*/ 502732 h 1024128"/>
                <a:gd name="connsiteX3" fmla="*/ 1583 w 257615"/>
                <a:gd name="connsiteY3" fmla="*/ 685800 h 1024128"/>
                <a:gd name="connsiteX4" fmla="*/ 33634 w 257615"/>
                <a:gd name="connsiteY4" fmla="*/ 913255 h 1024128"/>
                <a:gd name="connsiteX5" fmla="*/ 65591 w 257615"/>
                <a:gd name="connsiteY5" fmla="*/ 1024128 h 102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615" h="1024128">
                  <a:moveTo>
                    <a:pt x="257615" y="0"/>
                  </a:moveTo>
                  <a:cubicBezTo>
                    <a:pt x="166175" y="160782"/>
                    <a:pt x="114120" y="172243"/>
                    <a:pt x="83879" y="256032"/>
                  </a:cubicBezTo>
                  <a:cubicBezTo>
                    <a:pt x="53638" y="339821"/>
                    <a:pt x="89886" y="431104"/>
                    <a:pt x="76170" y="502732"/>
                  </a:cubicBezTo>
                  <a:cubicBezTo>
                    <a:pt x="62454" y="574360"/>
                    <a:pt x="8672" y="617380"/>
                    <a:pt x="1583" y="685800"/>
                  </a:cubicBezTo>
                  <a:cubicBezTo>
                    <a:pt x="-5506" y="754220"/>
                    <a:pt x="12298" y="885823"/>
                    <a:pt x="33634" y="913255"/>
                  </a:cubicBezTo>
                  <a:cubicBezTo>
                    <a:pt x="54970" y="940687"/>
                    <a:pt x="67115" y="1005840"/>
                    <a:pt x="65591" y="1024128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F6D465F-5E5A-C71A-7268-444EDC79C9DB}"/>
                </a:ext>
              </a:extLst>
            </p:cNvPr>
            <p:cNvSpPr/>
            <p:nvPr/>
          </p:nvSpPr>
          <p:spPr>
            <a:xfrm>
              <a:off x="5449811" y="1501395"/>
              <a:ext cx="85045" cy="372707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355348"/>
                <a:gd name="connsiteX1" fmla="*/ 23 w 82319"/>
                <a:gd name="connsiteY1" fmla="*/ 155448 h 355348"/>
                <a:gd name="connsiteX2" fmla="*/ 73175 w 82319"/>
                <a:gd name="connsiteY2" fmla="*/ 256032 h 355348"/>
                <a:gd name="connsiteX3" fmla="*/ 70524 w 82319"/>
                <a:gd name="connsiteY3" fmla="*/ 355343 h 355348"/>
                <a:gd name="connsiteX0" fmla="*/ 82300 w 88939"/>
                <a:gd name="connsiteY0" fmla="*/ 0 h 355346"/>
                <a:gd name="connsiteX1" fmla="*/ 4 w 88939"/>
                <a:gd name="connsiteY1" fmla="*/ 155448 h 355346"/>
                <a:gd name="connsiteX2" fmla="*/ 84951 w 88939"/>
                <a:gd name="connsiteY2" fmla="*/ 198159 h 355346"/>
                <a:gd name="connsiteX3" fmla="*/ 70505 w 88939"/>
                <a:gd name="connsiteY3" fmla="*/ 355343 h 355346"/>
                <a:gd name="connsiteX0" fmla="*/ 82300 w 86664"/>
                <a:gd name="connsiteY0" fmla="*/ 0 h 372707"/>
                <a:gd name="connsiteX1" fmla="*/ 4 w 86664"/>
                <a:gd name="connsiteY1" fmla="*/ 155448 h 372707"/>
                <a:gd name="connsiteX2" fmla="*/ 84951 w 86664"/>
                <a:gd name="connsiteY2" fmla="*/ 198159 h 372707"/>
                <a:gd name="connsiteX3" fmla="*/ 23324 w 86664"/>
                <a:gd name="connsiteY3" fmla="*/ 372705 h 372707"/>
                <a:gd name="connsiteX0" fmla="*/ 82300 w 86664"/>
                <a:gd name="connsiteY0" fmla="*/ 0 h 372707"/>
                <a:gd name="connsiteX1" fmla="*/ 4 w 86664"/>
                <a:gd name="connsiteY1" fmla="*/ 132298 h 372707"/>
                <a:gd name="connsiteX2" fmla="*/ 84951 w 86664"/>
                <a:gd name="connsiteY2" fmla="*/ 198159 h 372707"/>
                <a:gd name="connsiteX3" fmla="*/ 23324 w 86664"/>
                <a:gd name="connsiteY3" fmla="*/ 372705 h 37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64" h="372707">
                  <a:moveTo>
                    <a:pt x="82300" y="0"/>
                  </a:moveTo>
                  <a:cubicBezTo>
                    <a:pt x="41914" y="56388"/>
                    <a:pt x="-438" y="99272"/>
                    <a:pt x="4" y="132298"/>
                  </a:cubicBezTo>
                  <a:cubicBezTo>
                    <a:pt x="446" y="165324"/>
                    <a:pt x="84951" y="198159"/>
                    <a:pt x="84951" y="198159"/>
                  </a:cubicBezTo>
                  <a:cubicBezTo>
                    <a:pt x="98667" y="217971"/>
                    <a:pt x="25610" y="373467"/>
                    <a:pt x="23324" y="372705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D28EA96-30A9-7BF5-43D1-48739F4DFB2A}"/>
                </a:ext>
              </a:extLst>
            </p:cNvPr>
            <p:cNvSpPr/>
            <p:nvPr/>
          </p:nvSpPr>
          <p:spPr>
            <a:xfrm>
              <a:off x="4974959" y="1338072"/>
              <a:ext cx="125395" cy="699637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  <a:gd name="connsiteX0" fmla="*/ 78849 w 80661"/>
                <a:gd name="connsiteY0" fmla="*/ 0 h 281814"/>
                <a:gd name="connsiteX1" fmla="*/ 27880 w 80661"/>
                <a:gd name="connsiteY1" fmla="*/ 64790 h 281814"/>
                <a:gd name="connsiteX2" fmla="*/ 2031 w 80661"/>
                <a:gd name="connsiteY2" fmla="*/ 144398 h 281814"/>
                <a:gd name="connsiteX3" fmla="*/ 80661 w 80661"/>
                <a:gd name="connsiteY3" fmla="*/ 281814 h 281814"/>
                <a:gd name="connsiteX0" fmla="*/ 76891 w 78703"/>
                <a:gd name="connsiteY0" fmla="*/ 0 h 281814"/>
                <a:gd name="connsiteX1" fmla="*/ 64784 w 78703"/>
                <a:gd name="connsiteY1" fmla="*/ 60128 h 281814"/>
                <a:gd name="connsiteX2" fmla="*/ 73 w 78703"/>
                <a:gd name="connsiteY2" fmla="*/ 144398 h 281814"/>
                <a:gd name="connsiteX3" fmla="*/ 78703 w 78703"/>
                <a:gd name="connsiteY3" fmla="*/ 281814 h 281814"/>
                <a:gd name="connsiteX0" fmla="*/ 77345 w 79157"/>
                <a:gd name="connsiteY0" fmla="*/ 0 h 281814"/>
                <a:gd name="connsiteX1" fmla="*/ 65238 w 79157"/>
                <a:gd name="connsiteY1" fmla="*/ 60128 h 281814"/>
                <a:gd name="connsiteX2" fmla="*/ 527 w 79157"/>
                <a:gd name="connsiteY2" fmla="*/ 144398 h 281814"/>
                <a:gd name="connsiteX3" fmla="*/ 36975 w 79157"/>
                <a:gd name="connsiteY3" fmla="*/ 225639 h 281814"/>
                <a:gd name="connsiteX4" fmla="*/ 79157 w 79157"/>
                <a:gd name="connsiteY4" fmla="*/ 281814 h 281814"/>
                <a:gd name="connsiteX0" fmla="*/ 76861 w 80520"/>
                <a:gd name="connsiteY0" fmla="*/ 0 h 281814"/>
                <a:gd name="connsiteX1" fmla="*/ 64754 w 80520"/>
                <a:gd name="connsiteY1" fmla="*/ 60128 h 281814"/>
                <a:gd name="connsiteX2" fmla="*/ 43 w 80520"/>
                <a:gd name="connsiteY2" fmla="*/ 144398 h 281814"/>
                <a:gd name="connsiteX3" fmla="*/ 75353 w 80520"/>
                <a:gd name="connsiteY3" fmla="*/ 218646 h 281814"/>
                <a:gd name="connsiteX4" fmla="*/ 78673 w 80520"/>
                <a:gd name="connsiteY4" fmla="*/ 281814 h 281814"/>
                <a:gd name="connsiteX0" fmla="*/ 76861 w 78673"/>
                <a:gd name="connsiteY0" fmla="*/ 0 h 281814"/>
                <a:gd name="connsiteX1" fmla="*/ 64754 w 78673"/>
                <a:gd name="connsiteY1" fmla="*/ 60128 h 281814"/>
                <a:gd name="connsiteX2" fmla="*/ 43 w 78673"/>
                <a:gd name="connsiteY2" fmla="*/ 144398 h 281814"/>
                <a:gd name="connsiteX3" fmla="*/ 75353 w 78673"/>
                <a:gd name="connsiteY3" fmla="*/ 218646 h 281814"/>
                <a:gd name="connsiteX4" fmla="*/ 78673 w 78673"/>
                <a:gd name="connsiteY4" fmla="*/ 281814 h 281814"/>
                <a:gd name="connsiteX0" fmla="*/ 76838 w 78650"/>
                <a:gd name="connsiteY0" fmla="*/ 0 h 281814"/>
                <a:gd name="connsiteX1" fmla="*/ 64731 w 78650"/>
                <a:gd name="connsiteY1" fmla="*/ 60128 h 281814"/>
                <a:gd name="connsiteX2" fmla="*/ 20 w 78650"/>
                <a:gd name="connsiteY2" fmla="*/ 144398 h 281814"/>
                <a:gd name="connsiteX3" fmla="*/ 71796 w 78650"/>
                <a:gd name="connsiteY3" fmla="*/ 176686 h 281814"/>
                <a:gd name="connsiteX4" fmla="*/ 78650 w 78650"/>
                <a:gd name="connsiteY4" fmla="*/ 281814 h 281814"/>
                <a:gd name="connsiteX0" fmla="*/ 76838 w 78650"/>
                <a:gd name="connsiteY0" fmla="*/ 0 h 281814"/>
                <a:gd name="connsiteX1" fmla="*/ 64731 w 78650"/>
                <a:gd name="connsiteY1" fmla="*/ 60128 h 281814"/>
                <a:gd name="connsiteX2" fmla="*/ 20 w 78650"/>
                <a:gd name="connsiteY2" fmla="*/ 144398 h 281814"/>
                <a:gd name="connsiteX3" fmla="*/ 71796 w 78650"/>
                <a:gd name="connsiteY3" fmla="*/ 176686 h 281814"/>
                <a:gd name="connsiteX4" fmla="*/ 61199 w 78650"/>
                <a:gd name="connsiteY4" fmla="*/ 244288 h 281814"/>
                <a:gd name="connsiteX5" fmla="*/ 78650 w 78650"/>
                <a:gd name="connsiteY5" fmla="*/ 281814 h 281814"/>
                <a:gd name="connsiteX0" fmla="*/ 76838 w 78650"/>
                <a:gd name="connsiteY0" fmla="*/ 0 h 281814"/>
                <a:gd name="connsiteX1" fmla="*/ 64731 w 78650"/>
                <a:gd name="connsiteY1" fmla="*/ 60128 h 281814"/>
                <a:gd name="connsiteX2" fmla="*/ 20 w 78650"/>
                <a:gd name="connsiteY2" fmla="*/ 144398 h 281814"/>
                <a:gd name="connsiteX3" fmla="*/ 71796 w 78650"/>
                <a:gd name="connsiteY3" fmla="*/ 176686 h 281814"/>
                <a:gd name="connsiteX4" fmla="*/ 47067 w 78650"/>
                <a:gd name="connsiteY4" fmla="*/ 234963 h 281814"/>
                <a:gd name="connsiteX5" fmla="*/ 78650 w 78650"/>
                <a:gd name="connsiteY5" fmla="*/ 281814 h 281814"/>
                <a:gd name="connsiteX0" fmla="*/ 38024 w 39836"/>
                <a:gd name="connsiteY0" fmla="*/ 0 h 281814"/>
                <a:gd name="connsiteX1" fmla="*/ 25917 w 39836"/>
                <a:gd name="connsiteY1" fmla="*/ 60128 h 281814"/>
                <a:gd name="connsiteX2" fmla="*/ 69 w 39836"/>
                <a:gd name="connsiteY2" fmla="*/ 97775 h 281814"/>
                <a:gd name="connsiteX3" fmla="*/ 32982 w 39836"/>
                <a:gd name="connsiteY3" fmla="*/ 176686 h 281814"/>
                <a:gd name="connsiteX4" fmla="*/ 8253 w 39836"/>
                <a:gd name="connsiteY4" fmla="*/ 234963 h 281814"/>
                <a:gd name="connsiteX5" fmla="*/ 39836 w 39836"/>
                <a:gd name="connsiteY5" fmla="*/ 281814 h 281814"/>
                <a:gd name="connsiteX0" fmla="*/ 66241 w 68053"/>
                <a:gd name="connsiteY0" fmla="*/ 0 h 281814"/>
                <a:gd name="connsiteX1" fmla="*/ 54134 w 68053"/>
                <a:gd name="connsiteY1" fmla="*/ 60128 h 281814"/>
                <a:gd name="connsiteX2" fmla="*/ 23 w 68053"/>
                <a:gd name="connsiteY2" fmla="*/ 83788 h 281814"/>
                <a:gd name="connsiteX3" fmla="*/ 61199 w 68053"/>
                <a:gd name="connsiteY3" fmla="*/ 176686 h 281814"/>
                <a:gd name="connsiteX4" fmla="*/ 36470 w 68053"/>
                <a:gd name="connsiteY4" fmla="*/ 234963 h 281814"/>
                <a:gd name="connsiteX5" fmla="*/ 68053 w 68053"/>
                <a:gd name="connsiteY5" fmla="*/ 281814 h 281814"/>
                <a:gd name="connsiteX0" fmla="*/ 66415 w 76871"/>
                <a:gd name="connsiteY0" fmla="*/ 0 h 281814"/>
                <a:gd name="connsiteX1" fmla="*/ 54308 w 76871"/>
                <a:gd name="connsiteY1" fmla="*/ 60128 h 281814"/>
                <a:gd name="connsiteX2" fmla="*/ 197 w 76871"/>
                <a:gd name="connsiteY2" fmla="*/ 83788 h 281814"/>
                <a:gd name="connsiteX3" fmla="*/ 75504 w 76871"/>
                <a:gd name="connsiteY3" fmla="*/ 165030 h 281814"/>
                <a:gd name="connsiteX4" fmla="*/ 36644 w 76871"/>
                <a:gd name="connsiteY4" fmla="*/ 234963 h 281814"/>
                <a:gd name="connsiteX5" fmla="*/ 68227 w 76871"/>
                <a:gd name="connsiteY5" fmla="*/ 281814 h 281814"/>
                <a:gd name="connsiteX0" fmla="*/ 66415 w 76548"/>
                <a:gd name="connsiteY0" fmla="*/ 0 h 281814"/>
                <a:gd name="connsiteX1" fmla="*/ 54308 w 76548"/>
                <a:gd name="connsiteY1" fmla="*/ 60128 h 281814"/>
                <a:gd name="connsiteX2" fmla="*/ 197 w 76548"/>
                <a:gd name="connsiteY2" fmla="*/ 83788 h 281814"/>
                <a:gd name="connsiteX3" fmla="*/ 75504 w 76548"/>
                <a:gd name="connsiteY3" fmla="*/ 165030 h 281814"/>
                <a:gd name="connsiteX4" fmla="*/ 18980 w 76548"/>
                <a:gd name="connsiteY4" fmla="*/ 220976 h 281814"/>
                <a:gd name="connsiteX5" fmla="*/ 68227 w 76548"/>
                <a:gd name="connsiteY5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548" h="281814">
                  <a:moveTo>
                    <a:pt x="66415" y="0"/>
                  </a:moveTo>
                  <a:cubicBezTo>
                    <a:pt x="57920" y="10798"/>
                    <a:pt x="67111" y="36062"/>
                    <a:pt x="54308" y="60128"/>
                  </a:cubicBezTo>
                  <a:cubicBezTo>
                    <a:pt x="41505" y="84194"/>
                    <a:pt x="-3336" y="66304"/>
                    <a:pt x="197" y="83788"/>
                  </a:cubicBezTo>
                  <a:cubicBezTo>
                    <a:pt x="3730" y="101272"/>
                    <a:pt x="65308" y="148382"/>
                    <a:pt x="75504" y="165030"/>
                  </a:cubicBezTo>
                  <a:cubicBezTo>
                    <a:pt x="85700" y="181678"/>
                    <a:pt x="17838" y="203455"/>
                    <a:pt x="18980" y="220976"/>
                  </a:cubicBezTo>
                  <a:cubicBezTo>
                    <a:pt x="20122" y="238497"/>
                    <a:pt x="65319" y="275560"/>
                    <a:pt x="68227" y="281814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33E867C-66C0-E263-D87C-34336B9AB912}"/>
                </a:ext>
              </a:extLst>
            </p:cNvPr>
            <p:cNvSpPr/>
            <p:nvPr/>
          </p:nvSpPr>
          <p:spPr>
            <a:xfrm>
              <a:off x="5183764" y="1425083"/>
              <a:ext cx="140718" cy="483625"/>
            </a:xfrm>
            <a:custGeom>
              <a:avLst/>
              <a:gdLst>
                <a:gd name="connsiteX0" fmla="*/ 82319 w 84047"/>
                <a:gd name="connsiteY0" fmla="*/ 0 h 274613"/>
                <a:gd name="connsiteX1" fmla="*/ 23 w 84047"/>
                <a:gd name="connsiteY1" fmla="*/ 155448 h 274613"/>
                <a:gd name="connsiteX2" fmla="*/ 73175 w 84047"/>
                <a:gd name="connsiteY2" fmla="*/ 256032 h 274613"/>
                <a:gd name="connsiteX3" fmla="*/ 82319 w 84047"/>
                <a:gd name="connsiteY3" fmla="*/ 274320 h 274613"/>
                <a:gd name="connsiteX0" fmla="*/ 82319 w 82319"/>
                <a:gd name="connsiteY0" fmla="*/ 0 h 256032"/>
                <a:gd name="connsiteX1" fmla="*/ 23 w 82319"/>
                <a:gd name="connsiteY1" fmla="*/ 155448 h 256032"/>
                <a:gd name="connsiteX2" fmla="*/ 73175 w 82319"/>
                <a:gd name="connsiteY2" fmla="*/ 256032 h 256032"/>
                <a:gd name="connsiteX0" fmla="*/ 82298 w 84110"/>
                <a:gd name="connsiteY0" fmla="*/ 0 h 281814"/>
                <a:gd name="connsiteX1" fmla="*/ 2 w 84110"/>
                <a:gd name="connsiteY1" fmla="*/ 155448 h 281814"/>
                <a:gd name="connsiteX2" fmla="*/ 84110 w 84110"/>
                <a:gd name="connsiteY2" fmla="*/ 281814 h 281814"/>
                <a:gd name="connsiteX0" fmla="*/ 76820 w 78632"/>
                <a:gd name="connsiteY0" fmla="*/ 0 h 281814"/>
                <a:gd name="connsiteX1" fmla="*/ 2 w 78632"/>
                <a:gd name="connsiteY1" fmla="*/ 144398 h 281814"/>
                <a:gd name="connsiteX2" fmla="*/ 78632 w 78632"/>
                <a:gd name="connsiteY2" fmla="*/ 281814 h 281814"/>
                <a:gd name="connsiteX0" fmla="*/ 78759 w 80571"/>
                <a:gd name="connsiteY0" fmla="*/ 0 h 281814"/>
                <a:gd name="connsiteX1" fmla="*/ 1941 w 80571"/>
                <a:gd name="connsiteY1" fmla="*/ 144398 h 281814"/>
                <a:gd name="connsiteX2" fmla="*/ 27854 w 80571"/>
                <a:gd name="connsiteY2" fmla="*/ 218389 h 281814"/>
                <a:gd name="connsiteX3" fmla="*/ 80571 w 80571"/>
                <a:gd name="connsiteY3" fmla="*/ 281814 h 281814"/>
                <a:gd name="connsiteX0" fmla="*/ 76843 w 87227"/>
                <a:gd name="connsiteY0" fmla="*/ 0 h 281814"/>
                <a:gd name="connsiteX1" fmla="*/ 25 w 87227"/>
                <a:gd name="connsiteY1" fmla="*/ 144398 h 281814"/>
                <a:gd name="connsiteX2" fmla="*/ 83547 w 87227"/>
                <a:gd name="connsiteY2" fmla="*/ 198155 h 281814"/>
                <a:gd name="connsiteX3" fmla="*/ 78655 w 87227"/>
                <a:gd name="connsiteY3" fmla="*/ 281814 h 281814"/>
                <a:gd name="connsiteX0" fmla="*/ 79121 w 89505"/>
                <a:gd name="connsiteY0" fmla="*/ 0 h 281814"/>
                <a:gd name="connsiteX1" fmla="*/ 28217 w 89505"/>
                <a:gd name="connsiteY1" fmla="*/ 73378 h 281814"/>
                <a:gd name="connsiteX2" fmla="*/ 2303 w 89505"/>
                <a:gd name="connsiteY2" fmla="*/ 144398 h 281814"/>
                <a:gd name="connsiteX3" fmla="*/ 85825 w 89505"/>
                <a:gd name="connsiteY3" fmla="*/ 198155 h 281814"/>
                <a:gd name="connsiteX4" fmla="*/ 80933 w 89505"/>
                <a:gd name="connsiteY4" fmla="*/ 281814 h 281814"/>
                <a:gd name="connsiteX0" fmla="*/ 77163 w 87547"/>
                <a:gd name="connsiteY0" fmla="*/ 0 h 281814"/>
                <a:gd name="connsiteX1" fmla="*/ 55063 w 87547"/>
                <a:gd name="connsiteY1" fmla="*/ 86867 h 281814"/>
                <a:gd name="connsiteX2" fmla="*/ 345 w 87547"/>
                <a:gd name="connsiteY2" fmla="*/ 144398 h 281814"/>
                <a:gd name="connsiteX3" fmla="*/ 83867 w 87547"/>
                <a:gd name="connsiteY3" fmla="*/ 198155 h 281814"/>
                <a:gd name="connsiteX4" fmla="*/ 78975 w 87547"/>
                <a:gd name="connsiteY4" fmla="*/ 281814 h 28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547" h="281814">
                  <a:moveTo>
                    <a:pt x="77163" y="0"/>
                  </a:moveTo>
                  <a:cubicBezTo>
                    <a:pt x="68679" y="12230"/>
                    <a:pt x="67866" y="62801"/>
                    <a:pt x="55063" y="86867"/>
                  </a:cubicBezTo>
                  <a:cubicBezTo>
                    <a:pt x="42260" y="110933"/>
                    <a:pt x="-4456" y="125850"/>
                    <a:pt x="345" y="144398"/>
                  </a:cubicBezTo>
                  <a:cubicBezTo>
                    <a:pt x="5146" y="162946"/>
                    <a:pt x="70762" y="175252"/>
                    <a:pt x="83867" y="198155"/>
                  </a:cubicBezTo>
                  <a:cubicBezTo>
                    <a:pt x="96972" y="221058"/>
                    <a:pt x="70189" y="271243"/>
                    <a:pt x="78975" y="281814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DCB5B59-B5C2-917B-B9BF-F298C08C074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57238" y="1688117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23F1113-8CE6-B165-2254-A2AC032EA7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05946" y="1688117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3B69CD61-3219-3838-1657-5EC4EBBA433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495275" y="2557552"/>
              <a:ext cx="85075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A10B3555-77DA-CA82-8339-D346DAD2C51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03622" y="2231138"/>
              <a:ext cx="850750" cy="0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DCBF9EC-DFCC-B4F1-2324-938838F1E4E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557353" y="251695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653B004D-AB69-3DE4-52A1-E5C890E9595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537551" y="2141363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8DAD8C8-479B-F7C2-E6FB-09D6974E4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37551" y="1740516"/>
              <a:ext cx="431606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EB7833F-FC2B-5BC5-5883-D79C68C84623}"/>
                </a:ext>
              </a:extLst>
            </p:cNvPr>
            <p:cNvCxnSpPr>
              <a:cxnSpLocks/>
            </p:cNvCxnSpPr>
            <p:nvPr/>
          </p:nvCxnSpPr>
          <p:spPr>
            <a:xfrm>
              <a:off x="8969157" y="1719282"/>
              <a:ext cx="0" cy="40528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6A364EB5-03DE-D35B-E2B9-33A283B4F1ED}"/>
                </a:ext>
              </a:extLst>
            </p:cNvPr>
            <p:cNvGrpSpPr/>
            <p:nvPr/>
          </p:nvGrpSpPr>
          <p:grpSpPr>
            <a:xfrm>
              <a:off x="2455915" y="1245829"/>
              <a:ext cx="3719826" cy="926718"/>
              <a:chOff x="2433944" y="1225933"/>
              <a:chExt cx="3719826" cy="926718"/>
            </a:xfrm>
          </p:grpSpPr>
          <p:sp>
            <p:nvSpPr>
              <p:cNvPr id="233" name="Isosceles Triangle 232">
                <a:extLst>
                  <a:ext uri="{FF2B5EF4-FFF2-40B4-BE49-F238E27FC236}">
                    <a16:creationId xmlns:a16="http://schemas.microsoft.com/office/drawing/2014/main" id="{8835821A-FD8A-526E-6E10-7BB817CDCAB0}"/>
                  </a:ext>
                </a:extLst>
              </p:cNvPr>
              <p:cNvSpPr/>
              <p:nvPr/>
            </p:nvSpPr>
            <p:spPr>
              <a:xfrm rot="5400000" flipH="1">
                <a:off x="5001261" y="990958"/>
                <a:ext cx="872840" cy="1432179"/>
              </a:xfrm>
              <a:prstGeom prst="triangle">
                <a:avLst/>
              </a:prstGeom>
              <a:solidFill>
                <a:srgbClr val="00B05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Rectangle 35">
                <a:extLst>
                  <a:ext uri="{FF2B5EF4-FFF2-40B4-BE49-F238E27FC236}">
                    <a16:creationId xmlns:a16="http://schemas.microsoft.com/office/drawing/2014/main" id="{B4B6BB3B-A583-5F2B-2162-1085DBF7A3A4}"/>
                  </a:ext>
                </a:extLst>
              </p:cNvPr>
              <p:cNvSpPr/>
              <p:nvPr/>
            </p:nvSpPr>
            <p:spPr>
              <a:xfrm>
                <a:off x="2433944" y="1264574"/>
                <a:ext cx="2297822" cy="872840"/>
              </a:xfrm>
              <a:custGeom>
                <a:avLst/>
                <a:gdLst>
                  <a:gd name="connsiteX0" fmla="*/ 0 w 2352686"/>
                  <a:gd name="connsiteY0" fmla="*/ 0 h 872840"/>
                  <a:gd name="connsiteX1" fmla="*/ 2352686 w 2352686"/>
                  <a:gd name="connsiteY1" fmla="*/ 0 h 872840"/>
                  <a:gd name="connsiteX2" fmla="*/ 2352686 w 2352686"/>
                  <a:gd name="connsiteY2" fmla="*/ 872840 h 872840"/>
                  <a:gd name="connsiteX3" fmla="*/ 0 w 2352686"/>
                  <a:gd name="connsiteY3" fmla="*/ 872840 h 872840"/>
                  <a:gd name="connsiteX4" fmla="*/ 0 w 2352686"/>
                  <a:gd name="connsiteY4" fmla="*/ 0 h 872840"/>
                  <a:gd name="connsiteX0" fmla="*/ 969264 w 2352686"/>
                  <a:gd name="connsiteY0" fmla="*/ 9144 h 872840"/>
                  <a:gd name="connsiteX1" fmla="*/ 2352686 w 2352686"/>
                  <a:gd name="connsiteY1" fmla="*/ 0 h 872840"/>
                  <a:gd name="connsiteX2" fmla="*/ 2352686 w 2352686"/>
                  <a:gd name="connsiteY2" fmla="*/ 872840 h 872840"/>
                  <a:gd name="connsiteX3" fmla="*/ 0 w 2352686"/>
                  <a:gd name="connsiteY3" fmla="*/ 872840 h 872840"/>
                  <a:gd name="connsiteX4" fmla="*/ 969264 w 2352686"/>
                  <a:gd name="connsiteY4" fmla="*/ 9144 h 872840"/>
                  <a:gd name="connsiteX0" fmla="*/ 914400 w 2297822"/>
                  <a:gd name="connsiteY0" fmla="*/ 9144 h 872840"/>
                  <a:gd name="connsiteX1" fmla="*/ 2297822 w 2297822"/>
                  <a:gd name="connsiteY1" fmla="*/ 0 h 872840"/>
                  <a:gd name="connsiteX2" fmla="*/ 2297822 w 2297822"/>
                  <a:gd name="connsiteY2" fmla="*/ 872840 h 872840"/>
                  <a:gd name="connsiteX3" fmla="*/ 0 w 2297822"/>
                  <a:gd name="connsiteY3" fmla="*/ 863696 h 872840"/>
                  <a:gd name="connsiteX4" fmla="*/ 914400 w 2297822"/>
                  <a:gd name="connsiteY4" fmla="*/ 9144 h 872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7822" h="872840">
                    <a:moveTo>
                      <a:pt x="914400" y="9144"/>
                    </a:moveTo>
                    <a:lnTo>
                      <a:pt x="2297822" y="0"/>
                    </a:lnTo>
                    <a:lnTo>
                      <a:pt x="2297822" y="872840"/>
                    </a:lnTo>
                    <a:lnTo>
                      <a:pt x="0" y="863696"/>
                    </a:lnTo>
                    <a:lnTo>
                      <a:pt x="914400" y="9144"/>
                    </a:lnTo>
                    <a:close/>
                  </a:path>
                </a:pathLst>
              </a:custGeom>
              <a:solidFill>
                <a:srgbClr val="00B05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8BF9F24B-A09D-6F88-8777-C850E0666F11}"/>
                  </a:ext>
                </a:extLst>
              </p:cNvPr>
              <p:cNvSpPr/>
              <p:nvPr/>
            </p:nvSpPr>
            <p:spPr>
              <a:xfrm rot="21047121">
                <a:off x="4006794" y="1285913"/>
                <a:ext cx="240776" cy="866738"/>
              </a:xfrm>
              <a:custGeom>
                <a:avLst/>
                <a:gdLst>
                  <a:gd name="connsiteX0" fmla="*/ 247050 w 247050"/>
                  <a:gd name="connsiteY0" fmla="*/ 0 h 960120"/>
                  <a:gd name="connsiteX1" fmla="*/ 45882 w 247050"/>
                  <a:gd name="connsiteY1" fmla="*/ 420624 h 960120"/>
                  <a:gd name="connsiteX2" fmla="*/ 137322 w 247050"/>
                  <a:gd name="connsiteY2" fmla="*/ 594360 h 960120"/>
                  <a:gd name="connsiteX3" fmla="*/ 162 w 247050"/>
                  <a:gd name="connsiteY3" fmla="*/ 795528 h 960120"/>
                  <a:gd name="connsiteX4" fmla="*/ 109890 w 247050"/>
                  <a:gd name="connsiteY4" fmla="*/ 896112 h 960120"/>
                  <a:gd name="connsiteX5" fmla="*/ 128178 w 247050"/>
                  <a:gd name="connsiteY5" fmla="*/ 960120 h 960120"/>
                  <a:gd name="connsiteX0" fmla="*/ 247050 w 247050"/>
                  <a:gd name="connsiteY0" fmla="*/ 0 h 960120"/>
                  <a:gd name="connsiteX1" fmla="*/ 73314 w 247050"/>
                  <a:gd name="connsiteY1" fmla="*/ 256032 h 960120"/>
                  <a:gd name="connsiteX2" fmla="*/ 137322 w 247050"/>
                  <a:gd name="connsiteY2" fmla="*/ 594360 h 960120"/>
                  <a:gd name="connsiteX3" fmla="*/ 162 w 247050"/>
                  <a:gd name="connsiteY3" fmla="*/ 795528 h 960120"/>
                  <a:gd name="connsiteX4" fmla="*/ 109890 w 247050"/>
                  <a:gd name="connsiteY4" fmla="*/ 896112 h 960120"/>
                  <a:gd name="connsiteX5" fmla="*/ 128178 w 247050"/>
                  <a:gd name="connsiteY5" fmla="*/ 960120 h 960120"/>
                  <a:gd name="connsiteX0" fmla="*/ 247317 w 247317"/>
                  <a:gd name="connsiteY0" fmla="*/ 0 h 960120"/>
                  <a:gd name="connsiteX1" fmla="*/ 73581 w 247317"/>
                  <a:gd name="connsiteY1" fmla="*/ 256032 h 960120"/>
                  <a:gd name="connsiteX2" fmla="*/ 155877 w 247317"/>
                  <a:gd name="connsiteY2" fmla="*/ 539496 h 960120"/>
                  <a:gd name="connsiteX3" fmla="*/ 429 w 247317"/>
                  <a:gd name="connsiteY3" fmla="*/ 795528 h 960120"/>
                  <a:gd name="connsiteX4" fmla="*/ 110157 w 247317"/>
                  <a:gd name="connsiteY4" fmla="*/ 896112 h 960120"/>
                  <a:gd name="connsiteX5" fmla="*/ 128445 w 247317"/>
                  <a:gd name="connsiteY5" fmla="*/ 960120 h 960120"/>
                  <a:gd name="connsiteX0" fmla="*/ 256426 w 256426"/>
                  <a:gd name="connsiteY0" fmla="*/ 0 h 960120"/>
                  <a:gd name="connsiteX1" fmla="*/ 82690 w 256426"/>
                  <a:gd name="connsiteY1" fmla="*/ 256032 h 960120"/>
                  <a:gd name="connsiteX2" fmla="*/ 164986 w 256426"/>
                  <a:gd name="connsiteY2" fmla="*/ 539496 h 960120"/>
                  <a:gd name="connsiteX3" fmla="*/ 394 w 256426"/>
                  <a:gd name="connsiteY3" fmla="*/ 685800 h 960120"/>
                  <a:gd name="connsiteX4" fmla="*/ 119266 w 256426"/>
                  <a:gd name="connsiteY4" fmla="*/ 896112 h 960120"/>
                  <a:gd name="connsiteX5" fmla="*/ 137554 w 256426"/>
                  <a:gd name="connsiteY5" fmla="*/ 960120 h 960120"/>
                  <a:gd name="connsiteX0" fmla="*/ 256426 w 256426"/>
                  <a:gd name="connsiteY0" fmla="*/ 0 h 1024128"/>
                  <a:gd name="connsiteX1" fmla="*/ 82690 w 256426"/>
                  <a:gd name="connsiteY1" fmla="*/ 256032 h 1024128"/>
                  <a:gd name="connsiteX2" fmla="*/ 164986 w 256426"/>
                  <a:gd name="connsiteY2" fmla="*/ 539496 h 1024128"/>
                  <a:gd name="connsiteX3" fmla="*/ 394 w 256426"/>
                  <a:gd name="connsiteY3" fmla="*/ 685800 h 1024128"/>
                  <a:gd name="connsiteX4" fmla="*/ 119266 w 256426"/>
                  <a:gd name="connsiteY4" fmla="*/ 896112 h 1024128"/>
                  <a:gd name="connsiteX5" fmla="*/ 64402 w 256426"/>
                  <a:gd name="connsiteY5" fmla="*/ 1024128 h 10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426" h="1024128">
                    <a:moveTo>
                      <a:pt x="256426" y="0"/>
                    </a:moveTo>
                    <a:cubicBezTo>
                      <a:pt x="164986" y="160782"/>
                      <a:pt x="97930" y="166116"/>
                      <a:pt x="82690" y="256032"/>
                    </a:cubicBezTo>
                    <a:cubicBezTo>
                      <a:pt x="67450" y="345948"/>
                      <a:pt x="178702" y="467868"/>
                      <a:pt x="164986" y="539496"/>
                    </a:cubicBezTo>
                    <a:cubicBezTo>
                      <a:pt x="151270" y="611124"/>
                      <a:pt x="8014" y="626364"/>
                      <a:pt x="394" y="685800"/>
                    </a:cubicBezTo>
                    <a:cubicBezTo>
                      <a:pt x="-7226" y="745236"/>
                      <a:pt x="97930" y="868680"/>
                      <a:pt x="119266" y="896112"/>
                    </a:cubicBezTo>
                    <a:cubicBezTo>
                      <a:pt x="140602" y="923544"/>
                      <a:pt x="65926" y="1005840"/>
                      <a:pt x="64402" y="1024128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5C6E007D-0EF3-FFAD-26DD-773ECAD08CA4}"/>
                  </a:ext>
                </a:extLst>
              </p:cNvPr>
              <p:cNvSpPr/>
              <p:nvPr/>
            </p:nvSpPr>
            <p:spPr>
              <a:xfrm rot="21205842">
                <a:off x="4350101" y="1225933"/>
                <a:ext cx="241893" cy="866738"/>
              </a:xfrm>
              <a:custGeom>
                <a:avLst/>
                <a:gdLst>
                  <a:gd name="connsiteX0" fmla="*/ 247050 w 247050"/>
                  <a:gd name="connsiteY0" fmla="*/ 0 h 960120"/>
                  <a:gd name="connsiteX1" fmla="*/ 45882 w 247050"/>
                  <a:gd name="connsiteY1" fmla="*/ 420624 h 960120"/>
                  <a:gd name="connsiteX2" fmla="*/ 137322 w 247050"/>
                  <a:gd name="connsiteY2" fmla="*/ 594360 h 960120"/>
                  <a:gd name="connsiteX3" fmla="*/ 162 w 247050"/>
                  <a:gd name="connsiteY3" fmla="*/ 795528 h 960120"/>
                  <a:gd name="connsiteX4" fmla="*/ 109890 w 247050"/>
                  <a:gd name="connsiteY4" fmla="*/ 896112 h 960120"/>
                  <a:gd name="connsiteX5" fmla="*/ 128178 w 247050"/>
                  <a:gd name="connsiteY5" fmla="*/ 960120 h 960120"/>
                  <a:gd name="connsiteX0" fmla="*/ 247050 w 247050"/>
                  <a:gd name="connsiteY0" fmla="*/ 0 h 960120"/>
                  <a:gd name="connsiteX1" fmla="*/ 73314 w 247050"/>
                  <a:gd name="connsiteY1" fmla="*/ 256032 h 960120"/>
                  <a:gd name="connsiteX2" fmla="*/ 137322 w 247050"/>
                  <a:gd name="connsiteY2" fmla="*/ 594360 h 960120"/>
                  <a:gd name="connsiteX3" fmla="*/ 162 w 247050"/>
                  <a:gd name="connsiteY3" fmla="*/ 795528 h 960120"/>
                  <a:gd name="connsiteX4" fmla="*/ 109890 w 247050"/>
                  <a:gd name="connsiteY4" fmla="*/ 896112 h 960120"/>
                  <a:gd name="connsiteX5" fmla="*/ 128178 w 247050"/>
                  <a:gd name="connsiteY5" fmla="*/ 960120 h 960120"/>
                  <a:gd name="connsiteX0" fmla="*/ 247317 w 247317"/>
                  <a:gd name="connsiteY0" fmla="*/ 0 h 960120"/>
                  <a:gd name="connsiteX1" fmla="*/ 73581 w 247317"/>
                  <a:gd name="connsiteY1" fmla="*/ 256032 h 960120"/>
                  <a:gd name="connsiteX2" fmla="*/ 155877 w 247317"/>
                  <a:gd name="connsiteY2" fmla="*/ 539496 h 960120"/>
                  <a:gd name="connsiteX3" fmla="*/ 429 w 247317"/>
                  <a:gd name="connsiteY3" fmla="*/ 795528 h 960120"/>
                  <a:gd name="connsiteX4" fmla="*/ 110157 w 247317"/>
                  <a:gd name="connsiteY4" fmla="*/ 896112 h 960120"/>
                  <a:gd name="connsiteX5" fmla="*/ 128445 w 247317"/>
                  <a:gd name="connsiteY5" fmla="*/ 960120 h 960120"/>
                  <a:gd name="connsiteX0" fmla="*/ 256426 w 256426"/>
                  <a:gd name="connsiteY0" fmla="*/ 0 h 960120"/>
                  <a:gd name="connsiteX1" fmla="*/ 82690 w 256426"/>
                  <a:gd name="connsiteY1" fmla="*/ 256032 h 960120"/>
                  <a:gd name="connsiteX2" fmla="*/ 164986 w 256426"/>
                  <a:gd name="connsiteY2" fmla="*/ 539496 h 960120"/>
                  <a:gd name="connsiteX3" fmla="*/ 394 w 256426"/>
                  <a:gd name="connsiteY3" fmla="*/ 685800 h 960120"/>
                  <a:gd name="connsiteX4" fmla="*/ 119266 w 256426"/>
                  <a:gd name="connsiteY4" fmla="*/ 896112 h 960120"/>
                  <a:gd name="connsiteX5" fmla="*/ 137554 w 256426"/>
                  <a:gd name="connsiteY5" fmla="*/ 960120 h 960120"/>
                  <a:gd name="connsiteX0" fmla="*/ 256426 w 256426"/>
                  <a:gd name="connsiteY0" fmla="*/ 0 h 1024128"/>
                  <a:gd name="connsiteX1" fmla="*/ 82690 w 256426"/>
                  <a:gd name="connsiteY1" fmla="*/ 256032 h 1024128"/>
                  <a:gd name="connsiteX2" fmla="*/ 164986 w 256426"/>
                  <a:gd name="connsiteY2" fmla="*/ 539496 h 1024128"/>
                  <a:gd name="connsiteX3" fmla="*/ 394 w 256426"/>
                  <a:gd name="connsiteY3" fmla="*/ 685800 h 1024128"/>
                  <a:gd name="connsiteX4" fmla="*/ 119266 w 256426"/>
                  <a:gd name="connsiteY4" fmla="*/ 896112 h 1024128"/>
                  <a:gd name="connsiteX5" fmla="*/ 64402 w 256426"/>
                  <a:gd name="connsiteY5" fmla="*/ 1024128 h 1024128"/>
                  <a:gd name="connsiteX0" fmla="*/ 256142 w 256142"/>
                  <a:gd name="connsiteY0" fmla="*/ 0 h 1024128"/>
                  <a:gd name="connsiteX1" fmla="*/ 82406 w 256142"/>
                  <a:gd name="connsiteY1" fmla="*/ 256032 h 1024128"/>
                  <a:gd name="connsiteX2" fmla="*/ 97318 w 256142"/>
                  <a:gd name="connsiteY2" fmla="*/ 555225 h 1024128"/>
                  <a:gd name="connsiteX3" fmla="*/ 110 w 256142"/>
                  <a:gd name="connsiteY3" fmla="*/ 685800 h 1024128"/>
                  <a:gd name="connsiteX4" fmla="*/ 118982 w 256142"/>
                  <a:gd name="connsiteY4" fmla="*/ 896112 h 1024128"/>
                  <a:gd name="connsiteX5" fmla="*/ 64118 w 256142"/>
                  <a:gd name="connsiteY5" fmla="*/ 1024128 h 1024128"/>
                  <a:gd name="connsiteX0" fmla="*/ 258935 w 258935"/>
                  <a:gd name="connsiteY0" fmla="*/ 0 h 1024128"/>
                  <a:gd name="connsiteX1" fmla="*/ 85199 w 258935"/>
                  <a:gd name="connsiteY1" fmla="*/ 256032 h 1024128"/>
                  <a:gd name="connsiteX2" fmla="*/ 100111 w 258935"/>
                  <a:gd name="connsiteY2" fmla="*/ 555225 h 1024128"/>
                  <a:gd name="connsiteX3" fmla="*/ 2903 w 258935"/>
                  <a:gd name="connsiteY3" fmla="*/ 685800 h 1024128"/>
                  <a:gd name="connsiteX4" fmla="*/ 34954 w 258935"/>
                  <a:gd name="connsiteY4" fmla="*/ 913255 h 1024128"/>
                  <a:gd name="connsiteX5" fmla="*/ 66911 w 258935"/>
                  <a:gd name="connsiteY5" fmla="*/ 1024128 h 1024128"/>
                  <a:gd name="connsiteX0" fmla="*/ 257615 w 257615"/>
                  <a:gd name="connsiteY0" fmla="*/ 0 h 1024128"/>
                  <a:gd name="connsiteX1" fmla="*/ 83879 w 257615"/>
                  <a:gd name="connsiteY1" fmla="*/ 256032 h 1024128"/>
                  <a:gd name="connsiteX2" fmla="*/ 76170 w 257615"/>
                  <a:gd name="connsiteY2" fmla="*/ 502732 h 1024128"/>
                  <a:gd name="connsiteX3" fmla="*/ 1583 w 257615"/>
                  <a:gd name="connsiteY3" fmla="*/ 685800 h 1024128"/>
                  <a:gd name="connsiteX4" fmla="*/ 33634 w 257615"/>
                  <a:gd name="connsiteY4" fmla="*/ 913255 h 1024128"/>
                  <a:gd name="connsiteX5" fmla="*/ 65591 w 257615"/>
                  <a:gd name="connsiteY5" fmla="*/ 1024128 h 10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7615" h="1024128">
                    <a:moveTo>
                      <a:pt x="257615" y="0"/>
                    </a:moveTo>
                    <a:cubicBezTo>
                      <a:pt x="166175" y="160782"/>
                      <a:pt x="114120" y="172243"/>
                      <a:pt x="83879" y="256032"/>
                    </a:cubicBezTo>
                    <a:cubicBezTo>
                      <a:pt x="53638" y="339821"/>
                      <a:pt x="89886" y="431104"/>
                      <a:pt x="76170" y="502732"/>
                    </a:cubicBezTo>
                    <a:cubicBezTo>
                      <a:pt x="62454" y="574360"/>
                      <a:pt x="8672" y="617380"/>
                      <a:pt x="1583" y="685800"/>
                    </a:cubicBezTo>
                    <a:cubicBezTo>
                      <a:pt x="-5506" y="754220"/>
                      <a:pt x="12298" y="885823"/>
                      <a:pt x="33634" y="913255"/>
                    </a:cubicBezTo>
                    <a:cubicBezTo>
                      <a:pt x="54970" y="940687"/>
                      <a:pt x="67115" y="1005840"/>
                      <a:pt x="65591" y="1024128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D709775F-DFC5-F688-50CF-70E1FEEF2EF5}"/>
                  </a:ext>
                </a:extLst>
              </p:cNvPr>
              <p:cNvSpPr/>
              <p:nvPr/>
            </p:nvSpPr>
            <p:spPr>
              <a:xfrm>
                <a:off x="5449811" y="1501395"/>
                <a:ext cx="85045" cy="372707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355348"/>
                  <a:gd name="connsiteX1" fmla="*/ 23 w 82319"/>
                  <a:gd name="connsiteY1" fmla="*/ 155448 h 355348"/>
                  <a:gd name="connsiteX2" fmla="*/ 73175 w 82319"/>
                  <a:gd name="connsiteY2" fmla="*/ 256032 h 355348"/>
                  <a:gd name="connsiteX3" fmla="*/ 70524 w 82319"/>
                  <a:gd name="connsiteY3" fmla="*/ 355343 h 355348"/>
                  <a:gd name="connsiteX0" fmla="*/ 82300 w 88939"/>
                  <a:gd name="connsiteY0" fmla="*/ 0 h 355346"/>
                  <a:gd name="connsiteX1" fmla="*/ 4 w 88939"/>
                  <a:gd name="connsiteY1" fmla="*/ 155448 h 355346"/>
                  <a:gd name="connsiteX2" fmla="*/ 84951 w 88939"/>
                  <a:gd name="connsiteY2" fmla="*/ 198159 h 355346"/>
                  <a:gd name="connsiteX3" fmla="*/ 70505 w 88939"/>
                  <a:gd name="connsiteY3" fmla="*/ 355343 h 355346"/>
                  <a:gd name="connsiteX0" fmla="*/ 82300 w 86664"/>
                  <a:gd name="connsiteY0" fmla="*/ 0 h 372707"/>
                  <a:gd name="connsiteX1" fmla="*/ 4 w 86664"/>
                  <a:gd name="connsiteY1" fmla="*/ 155448 h 372707"/>
                  <a:gd name="connsiteX2" fmla="*/ 84951 w 86664"/>
                  <a:gd name="connsiteY2" fmla="*/ 198159 h 372707"/>
                  <a:gd name="connsiteX3" fmla="*/ 23324 w 86664"/>
                  <a:gd name="connsiteY3" fmla="*/ 372705 h 372707"/>
                  <a:gd name="connsiteX0" fmla="*/ 82300 w 86664"/>
                  <a:gd name="connsiteY0" fmla="*/ 0 h 372707"/>
                  <a:gd name="connsiteX1" fmla="*/ 4 w 86664"/>
                  <a:gd name="connsiteY1" fmla="*/ 132298 h 372707"/>
                  <a:gd name="connsiteX2" fmla="*/ 84951 w 86664"/>
                  <a:gd name="connsiteY2" fmla="*/ 198159 h 372707"/>
                  <a:gd name="connsiteX3" fmla="*/ 23324 w 86664"/>
                  <a:gd name="connsiteY3" fmla="*/ 372705 h 37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664" h="372707">
                    <a:moveTo>
                      <a:pt x="82300" y="0"/>
                    </a:moveTo>
                    <a:cubicBezTo>
                      <a:pt x="41914" y="56388"/>
                      <a:pt x="-438" y="99272"/>
                      <a:pt x="4" y="132298"/>
                    </a:cubicBezTo>
                    <a:cubicBezTo>
                      <a:pt x="446" y="165324"/>
                      <a:pt x="84951" y="198159"/>
                      <a:pt x="84951" y="198159"/>
                    </a:cubicBezTo>
                    <a:cubicBezTo>
                      <a:pt x="98667" y="217971"/>
                      <a:pt x="25610" y="373467"/>
                      <a:pt x="23324" y="372705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612F7133-60E1-E5E1-009C-462FCDFBDB91}"/>
                  </a:ext>
                </a:extLst>
              </p:cNvPr>
              <p:cNvSpPr/>
              <p:nvPr/>
            </p:nvSpPr>
            <p:spPr>
              <a:xfrm>
                <a:off x="4974959" y="1338072"/>
                <a:ext cx="125395" cy="699637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  <a:gd name="connsiteX0" fmla="*/ 78849 w 80661"/>
                  <a:gd name="connsiteY0" fmla="*/ 0 h 281814"/>
                  <a:gd name="connsiteX1" fmla="*/ 27880 w 80661"/>
                  <a:gd name="connsiteY1" fmla="*/ 64790 h 281814"/>
                  <a:gd name="connsiteX2" fmla="*/ 2031 w 80661"/>
                  <a:gd name="connsiteY2" fmla="*/ 144398 h 281814"/>
                  <a:gd name="connsiteX3" fmla="*/ 80661 w 80661"/>
                  <a:gd name="connsiteY3" fmla="*/ 281814 h 281814"/>
                  <a:gd name="connsiteX0" fmla="*/ 76891 w 78703"/>
                  <a:gd name="connsiteY0" fmla="*/ 0 h 281814"/>
                  <a:gd name="connsiteX1" fmla="*/ 64784 w 78703"/>
                  <a:gd name="connsiteY1" fmla="*/ 60128 h 281814"/>
                  <a:gd name="connsiteX2" fmla="*/ 73 w 78703"/>
                  <a:gd name="connsiteY2" fmla="*/ 144398 h 281814"/>
                  <a:gd name="connsiteX3" fmla="*/ 78703 w 78703"/>
                  <a:gd name="connsiteY3" fmla="*/ 281814 h 281814"/>
                  <a:gd name="connsiteX0" fmla="*/ 77345 w 79157"/>
                  <a:gd name="connsiteY0" fmla="*/ 0 h 281814"/>
                  <a:gd name="connsiteX1" fmla="*/ 65238 w 79157"/>
                  <a:gd name="connsiteY1" fmla="*/ 60128 h 281814"/>
                  <a:gd name="connsiteX2" fmla="*/ 527 w 79157"/>
                  <a:gd name="connsiteY2" fmla="*/ 144398 h 281814"/>
                  <a:gd name="connsiteX3" fmla="*/ 36975 w 79157"/>
                  <a:gd name="connsiteY3" fmla="*/ 225639 h 281814"/>
                  <a:gd name="connsiteX4" fmla="*/ 79157 w 79157"/>
                  <a:gd name="connsiteY4" fmla="*/ 281814 h 281814"/>
                  <a:gd name="connsiteX0" fmla="*/ 76861 w 80520"/>
                  <a:gd name="connsiteY0" fmla="*/ 0 h 281814"/>
                  <a:gd name="connsiteX1" fmla="*/ 64754 w 80520"/>
                  <a:gd name="connsiteY1" fmla="*/ 60128 h 281814"/>
                  <a:gd name="connsiteX2" fmla="*/ 43 w 80520"/>
                  <a:gd name="connsiteY2" fmla="*/ 144398 h 281814"/>
                  <a:gd name="connsiteX3" fmla="*/ 75353 w 80520"/>
                  <a:gd name="connsiteY3" fmla="*/ 218646 h 281814"/>
                  <a:gd name="connsiteX4" fmla="*/ 78673 w 80520"/>
                  <a:gd name="connsiteY4" fmla="*/ 281814 h 281814"/>
                  <a:gd name="connsiteX0" fmla="*/ 76861 w 78673"/>
                  <a:gd name="connsiteY0" fmla="*/ 0 h 281814"/>
                  <a:gd name="connsiteX1" fmla="*/ 64754 w 78673"/>
                  <a:gd name="connsiteY1" fmla="*/ 60128 h 281814"/>
                  <a:gd name="connsiteX2" fmla="*/ 43 w 78673"/>
                  <a:gd name="connsiteY2" fmla="*/ 144398 h 281814"/>
                  <a:gd name="connsiteX3" fmla="*/ 75353 w 78673"/>
                  <a:gd name="connsiteY3" fmla="*/ 218646 h 281814"/>
                  <a:gd name="connsiteX4" fmla="*/ 78673 w 78673"/>
                  <a:gd name="connsiteY4" fmla="*/ 281814 h 281814"/>
                  <a:gd name="connsiteX0" fmla="*/ 76838 w 78650"/>
                  <a:gd name="connsiteY0" fmla="*/ 0 h 281814"/>
                  <a:gd name="connsiteX1" fmla="*/ 64731 w 78650"/>
                  <a:gd name="connsiteY1" fmla="*/ 60128 h 281814"/>
                  <a:gd name="connsiteX2" fmla="*/ 20 w 78650"/>
                  <a:gd name="connsiteY2" fmla="*/ 144398 h 281814"/>
                  <a:gd name="connsiteX3" fmla="*/ 71796 w 78650"/>
                  <a:gd name="connsiteY3" fmla="*/ 176686 h 281814"/>
                  <a:gd name="connsiteX4" fmla="*/ 78650 w 78650"/>
                  <a:gd name="connsiteY4" fmla="*/ 281814 h 281814"/>
                  <a:gd name="connsiteX0" fmla="*/ 76838 w 78650"/>
                  <a:gd name="connsiteY0" fmla="*/ 0 h 281814"/>
                  <a:gd name="connsiteX1" fmla="*/ 64731 w 78650"/>
                  <a:gd name="connsiteY1" fmla="*/ 60128 h 281814"/>
                  <a:gd name="connsiteX2" fmla="*/ 20 w 78650"/>
                  <a:gd name="connsiteY2" fmla="*/ 144398 h 281814"/>
                  <a:gd name="connsiteX3" fmla="*/ 71796 w 78650"/>
                  <a:gd name="connsiteY3" fmla="*/ 176686 h 281814"/>
                  <a:gd name="connsiteX4" fmla="*/ 61199 w 78650"/>
                  <a:gd name="connsiteY4" fmla="*/ 244288 h 281814"/>
                  <a:gd name="connsiteX5" fmla="*/ 78650 w 78650"/>
                  <a:gd name="connsiteY5" fmla="*/ 281814 h 281814"/>
                  <a:gd name="connsiteX0" fmla="*/ 76838 w 78650"/>
                  <a:gd name="connsiteY0" fmla="*/ 0 h 281814"/>
                  <a:gd name="connsiteX1" fmla="*/ 64731 w 78650"/>
                  <a:gd name="connsiteY1" fmla="*/ 60128 h 281814"/>
                  <a:gd name="connsiteX2" fmla="*/ 20 w 78650"/>
                  <a:gd name="connsiteY2" fmla="*/ 144398 h 281814"/>
                  <a:gd name="connsiteX3" fmla="*/ 71796 w 78650"/>
                  <a:gd name="connsiteY3" fmla="*/ 176686 h 281814"/>
                  <a:gd name="connsiteX4" fmla="*/ 47067 w 78650"/>
                  <a:gd name="connsiteY4" fmla="*/ 234963 h 281814"/>
                  <a:gd name="connsiteX5" fmla="*/ 78650 w 78650"/>
                  <a:gd name="connsiteY5" fmla="*/ 281814 h 281814"/>
                  <a:gd name="connsiteX0" fmla="*/ 38024 w 39836"/>
                  <a:gd name="connsiteY0" fmla="*/ 0 h 281814"/>
                  <a:gd name="connsiteX1" fmla="*/ 25917 w 39836"/>
                  <a:gd name="connsiteY1" fmla="*/ 60128 h 281814"/>
                  <a:gd name="connsiteX2" fmla="*/ 69 w 39836"/>
                  <a:gd name="connsiteY2" fmla="*/ 97775 h 281814"/>
                  <a:gd name="connsiteX3" fmla="*/ 32982 w 39836"/>
                  <a:gd name="connsiteY3" fmla="*/ 176686 h 281814"/>
                  <a:gd name="connsiteX4" fmla="*/ 8253 w 39836"/>
                  <a:gd name="connsiteY4" fmla="*/ 234963 h 281814"/>
                  <a:gd name="connsiteX5" fmla="*/ 39836 w 39836"/>
                  <a:gd name="connsiteY5" fmla="*/ 281814 h 281814"/>
                  <a:gd name="connsiteX0" fmla="*/ 66241 w 68053"/>
                  <a:gd name="connsiteY0" fmla="*/ 0 h 281814"/>
                  <a:gd name="connsiteX1" fmla="*/ 54134 w 68053"/>
                  <a:gd name="connsiteY1" fmla="*/ 60128 h 281814"/>
                  <a:gd name="connsiteX2" fmla="*/ 23 w 68053"/>
                  <a:gd name="connsiteY2" fmla="*/ 83788 h 281814"/>
                  <a:gd name="connsiteX3" fmla="*/ 61199 w 68053"/>
                  <a:gd name="connsiteY3" fmla="*/ 176686 h 281814"/>
                  <a:gd name="connsiteX4" fmla="*/ 36470 w 68053"/>
                  <a:gd name="connsiteY4" fmla="*/ 234963 h 281814"/>
                  <a:gd name="connsiteX5" fmla="*/ 68053 w 68053"/>
                  <a:gd name="connsiteY5" fmla="*/ 281814 h 281814"/>
                  <a:gd name="connsiteX0" fmla="*/ 66415 w 76871"/>
                  <a:gd name="connsiteY0" fmla="*/ 0 h 281814"/>
                  <a:gd name="connsiteX1" fmla="*/ 54308 w 76871"/>
                  <a:gd name="connsiteY1" fmla="*/ 60128 h 281814"/>
                  <a:gd name="connsiteX2" fmla="*/ 197 w 76871"/>
                  <a:gd name="connsiteY2" fmla="*/ 83788 h 281814"/>
                  <a:gd name="connsiteX3" fmla="*/ 75504 w 76871"/>
                  <a:gd name="connsiteY3" fmla="*/ 165030 h 281814"/>
                  <a:gd name="connsiteX4" fmla="*/ 36644 w 76871"/>
                  <a:gd name="connsiteY4" fmla="*/ 234963 h 281814"/>
                  <a:gd name="connsiteX5" fmla="*/ 68227 w 76871"/>
                  <a:gd name="connsiteY5" fmla="*/ 281814 h 281814"/>
                  <a:gd name="connsiteX0" fmla="*/ 66415 w 76548"/>
                  <a:gd name="connsiteY0" fmla="*/ 0 h 281814"/>
                  <a:gd name="connsiteX1" fmla="*/ 54308 w 76548"/>
                  <a:gd name="connsiteY1" fmla="*/ 60128 h 281814"/>
                  <a:gd name="connsiteX2" fmla="*/ 197 w 76548"/>
                  <a:gd name="connsiteY2" fmla="*/ 83788 h 281814"/>
                  <a:gd name="connsiteX3" fmla="*/ 75504 w 76548"/>
                  <a:gd name="connsiteY3" fmla="*/ 165030 h 281814"/>
                  <a:gd name="connsiteX4" fmla="*/ 18980 w 76548"/>
                  <a:gd name="connsiteY4" fmla="*/ 220976 h 281814"/>
                  <a:gd name="connsiteX5" fmla="*/ 68227 w 76548"/>
                  <a:gd name="connsiteY5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548" h="281814">
                    <a:moveTo>
                      <a:pt x="66415" y="0"/>
                    </a:moveTo>
                    <a:cubicBezTo>
                      <a:pt x="57920" y="10798"/>
                      <a:pt x="67111" y="36062"/>
                      <a:pt x="54308" y="60128"/>
                    </a:cubicBezTo>
                    <a:cubicBezTo>
                      <a:pt x="41505" y="84194"/>
                      <a:pt x="-3336" y="66304"/>
                      <a:pt x="197" y="83788"/>
                    </a:cubicBezTo>
                    <a:cubicBezTo>
                      <a:pt x="3730" y="101272"/>
                      <a:pt x="65308" y="148382"/>
                      <a:pt x="75504" y="165030"/>
                    </a:cubicBezTo>
                    <a:cubicBezTo>
                      <a:pt x="85700" y="181678"/>
                      <a:pt x="17838" y="203455"/>
                      <a:pt x="18980" y="220976"/>
                    </a:cubicBezTo>
                    <a:cubicBezTo>
                      <a:pt x="20122" y="238497"/>
                      <a:pt x="65319" y="275560"/>
                      <a:pt x="68227" y="281814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5EB88ACD-23C9-10BF-3A45-E6FFB3647F54}"/>
                  </a:ext>
                </a:extLst>
              </p:cNvPr>
              <p:cNvSpPr/>
              <p:nvPr/>
            </p:nvSpPr>
            <p:spPr>
              <a:xfrm>
                <a:off x="5183764" y="1425083"/>
                <a:ext cx="140718" cy="483625"/>
              </a:xfrm>
              <a:custGeom>
                <a:avLst/>
                <a:gdLst>
                  <a:gd name="connsiteX0" fmla="*/ 82319 w 84047"/>
                  <a:gd name="connsiteY0" fmla="*/ 0 h 274613"/>
                  <a:gd name="connsiteX1" fmla="*/ 23 w 84047"/>
                  <a:gd name="connsiteY1" fmla="*/ 155448 h 274613"/>
                  <a:gd name="connsiteX2" fmla="*/ 73175 w 84047"/>
                  <a:gd name="connsiteY2" fmla="*/ 256032 h 274613"/>
                  <a:gd name="connsiteX3" fmla="*/ 82319 w 84047"/>
                  <a:gd name="connsiteY3" fmla="*/ 274320 h 274613"/>
                  <a:gd name="connsiteX0" fmla="*/ 82319 w 82319"/>
                  <a:gd name="connsiteY0" fmla="*/ 0 h 256032"/>
                  <a:gd name="connsiteX1" fmla="*/ 23 w 82319"/>
                  <a:gd name="connsiteY1" fmla="*/ 155448 h 256032"/>
                  <a:gd name="connsiteX2" fmla="*/ 73175 w 82319"/>
                  <a:gd name="connsiteY2" fmla="*/ 256032 h 256032"/>
                  <a:gd name="connsiteX0" fmla="*/ 82298 w 84110"/>
                  <a:gd name="connsiteY0" fmla="*/ 0 h 281814"/>
                  <a:gd name="connsiteX1" fmla="*/ 2 w 84110"/>
                  <a:gd name="connsiteY1" fmla="*/ 155448 h 281814"/>
                  <a:gd name="connsiteX2" fmla="*/ 84110 w 84110"/>
                  <a:gd name="connsiteY2" fmla="*/ 281814 h 281814"/>
                  <a:gd name="connsiteX0" fmla="*/ 76820 w 78632"/>
                  <a:gd name="connsiteY0" fmla="*/ 0 h 281814"/>
                  <a:gd name="connsiteX1" fmla="*/ 2 w 78632"/>
                  <a:gd name="connsiteY1" fmla="*/ 144398 h 281814"/>
                  <a:gd name="connsiteX2" fmla="*/ 78632 w 78632"/>
                  <a:gd name="connsiteY2" fmla="*/ 281814 h 281814"/>
                  <a:gd name="connsiteX0" fmla="*/ 78759 w 80571"/>
                  <a:gd name="connsiteY0" fmla="*/ 0 h 281814"/>
                  <a:gd name="connsiteX1" fmla="*/ 1941 w 80571"/>
                  <a:gd name="connsiteY1" fmla="*/ 144398 h 281814"/>
                  <a:gd name="connsiteX2" fmla="*/ 27854 w 80571"/>
                  <a:gd name="connsiteY2" fmla="*/ 218389 h 281814"/>
                  <a:gd name="connsiteX3" fmla="*/ 80571 w 80571"/>
                  <a:gd name="connsiteY3" fmla="*/ 281814 h 281814"/>
                  <a:gd name="connsiteX0" fmla="*/ 76843 w 87227"/>
                  <a:gd name="connsiteY0" fmla="*/ 0 h 281814"/>
                  <a:gd name="connsiteX1" fmla="*/ 25 w 87227"/>
                  <a:gd name="connsiteY1" fmla="*/ 144398 h 281814"/>
                  <a:gd name="connsiteX2" fmla="*/ 83547 w 87227"/>
                  <a:gd name="connsiteY2" fmla="*/ 198155 h 281814"/>
                  <a:gd name="connsiteX3" fmla="*/ 78655 w 87227"/>
                  <a:gd name="connsiteY3" fmla="*/ 281814 h 281814"/>
                  <a:gd name="connsiteX0" fmla="*/ 79121 w 89505"/>
                  <a:gd name="connsiteY0" fmla="*/ 0 h 281814"/>
                  <a:gd name="connsiteX1" fmla="*/ 28217 w 89505"/>
                  <a:gd name="connsiteY1" fmla="*/ 73378 h 281814"/>
                  <a:gd name="connsiteX2" fmla="*/ 2303 w 89505"/>
                  <a:gd name="connsiteY2" fmla="*/ 144398 h 281814"/>
                  <a:gd name="connsiteX3" fmla="*/ 85825 w 89505"/>
                  <a:gd name="connsiteY3" fmla="*/ 198155 h 281814"/>
                  <a:gd name="connsiteX4" fmla="*/ 80933 w 89505"/>
                  <a:gd name="connsiteY4" fmla="*/ 281814 h 281814"/>
                  <a:gd name="connsiteX0" fmla="*/ 77163 w 87547"/>
                  <a:gd name="connsiteY0" fmla="*/ 0 h 281814"/>
                  <a:gd name="connsiteX1" fmla="*/ 55063 w 87547"/>
                  <a:gd name="connsiteY1" fmla="*/ 86867 h 281814"/>
                  <a:gd name="connsiteX2" fmla="*/ 345 w 87547"/>
                  <a:gd name="connsiteY2" fmla="*/ 144398 h 281814"/>
                  <a:gd name="connsiteX3" fmla="*/ 83867 w 87547"/>
                  <a:gd name="connsiteY3" fmla="*/ 198155 h 281814"/>
                  <a:gd name="connsiteX4" fmla="*/ 78975 w 87547"/>
                  <a:gd name="connsiteY4" fmla="*/ 281814 h 28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547" h="281814">
                    <a:moveTo>
                      <a:pt x="77163" y="0"/>
                    </a:moveTo>
                    <a:cubicBezTo>
                      <a:pt x="68679" y="12230"/>
                      <a:pt x="67866" y="62801"/>
                      <a:pt x="55063" y="86867"/>
                    </a:cubicBezTo>
                    <a:cubicBezTo>
                      <a:pt x="42260" y="110933"/>
                      <a:pt x="-4456" y="125850"/>
                      <a:pt x="345" y="144398"/>
                    </a:cubicBezTo>
                    <a:cubicBezTo>
                      <a:pt x="5146" y="162946"/>
                      <a:pt x="70762" y="175252"/>
                      <a:pt x="83867" y="198155"/>
                    </a:cubicBezTo>
                    <a:cubicBezTo>
                      <a:pt x="96972" y="221058"/>
                      <a:pt x="70189" y="271243"/>
                      <a:pt x="78975" y="281814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6E42AF6-360A-07D2-29A4-754F721DFD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78946" y="1425083"/>
                <a:ext cx="3667" cy="709629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7B935AC-C9EC-5C80-B366-629F176ADE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05946" y="1709337"/>
                <a:ext cx="850750" cy="0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726A4CF-A090-7739-5A8B-A2D8334A69E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38610" y="168811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E1BE038-FA55-1A0E-DC95-1C2F69C699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87318" y="1688117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48C2CA6-D052-D8DB-12E0-F6BD971DB46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367071" y="1688117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F052652F-D0EB-2172-5DE5-4F73241005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15779" y="1688116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DEC0302-EAF4-3490-C5F7-81C4BACC74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12515" y="1688117"/>
              <a:ext cx="850750" cy="0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DF3BAB3-59E1-84C2-3058-8613E391D140}"/>
                </a:ext>
              </a:extLst>
            </p:cNvPr>
            <p:cNvSpPr txBox="1"/>
            <p:nvPr/>
          </p:nvSpPr>
          <p:spPr>
            <a:xfrm rot="19036530">
              <a:off x="1901919" y="1325026"/>
              <a:ext cx="17172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Dichroic filter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5BEE71F9-568A-17A9-02DF-92B6CED7C8B5}"/>
                </a:ext>
              </a:extLst>
            </p:cNvPr>
            <p:cNvSpPr txBox="1"/>
            <p:nvPr/>
          </p:nvSpPr>
          <p:spPr>
            <a:xfrm rot="16200000">
              <a:off x="3143940" y="4755418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modulated 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5CD294F-70E4-8379-BADD-FF82F1C85D48}"/>
                </a:ext>
              </a:extLst>
            </p:cNvPr>
            <p:cNvSpPr txBox="1"/>
            <p:nvPr/>
          </p:nvSpPr>
          <p:spPr>
            <a:xfrm rot="16200000">
              <a:off x="3014160" y="3304044"/>
              <a:ext cx="1553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unmodulated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29EF4DC-76DE-3CFC-E1FE-FE1A6E710A67}"/>
                </a:ext>
              </a:extLst>
            </p:cNvPr>
            <p:cNvSpPr txBox="1"/>
            <p:nvPr/>
          </p:nvSpPr>
          <p:spPr>
            <a:xfrm>
              <a:off x="4099607" y="2473272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Emission</a:t>
              </a:r>
            </a:p>
          </p:txBody>
        </p:sp>
        <p:pic>
          <p:nvPicPr>
            <p:cNvPr id="226" name="Picture 225">
              <a:extLst>
                <a:ext uri="{FF2B5EF4-FFF2-40B4-BE49-F238E27FC236}">
                  <a16:creationId xmlns:a16="http://schemas.microsoft.com/office/drawing/2014/main" id="{887BAFEC-0B96-56AF-54BC-7C6A16429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4980" y="2802909"/>
              <a:ext cx="1371600" cy="1371600"/>
            </a:xfrm>
            <a:prstGeom prst="rect">
              <a:avLst/>
            </a:prstGeom>
          </p:spPr>
        </p:pic>
        <p:pic>
          <p:nvPicPr>
            <p:cNvPr id="227" name="Picture 226">
              <a:extLst>
                <a:ext uri="{FF2B5EF4-FFF2-40B4-BE49-F238E27FC236}">
                  <a16:creationId xmlns:a16="http://schemas.microsoft.com/office/drawing/2014/main" id="{D04AE499-A75E-A0F7-C79E-AD0DAA85B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4980" y="4254283"/>
              <a:ext cx="1371600" cy="1371600"/>
            </a:xfrm>
            <a:prstGeom prst="rect">
              <a:avLst/>
            </a:prstGeom>
          </p:spPr>
        </p:pic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30F8F688-A602-A509-3158-69231AA902BC}"/>
                </a:ext>
              </a:extLst>
            </p:cNvPr>
            <p:cNvSpPr txBox="1"/>
            <p:nvPr/>
          </p:nvSpPr>
          <p:spPr>
            <a:xfrm rot="16200000">
              <a:off x="9243123" y="4755418"/>
              <a:ext cx="1233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modulated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 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4137F8B-333E-5AC1-095F-D83DD14BC800}"/>
                </a:ext>
              </a:extLst>
            </p:cNvPr>
            <p:cNvSpPr txBox="1"/>
            <p:nvPr/>
          </p:nvSpPr>
          <p:spPr>
            <a:xfrm rot="16200000">
              <a:off x="9082892" y="3304043"/>
              <a:ext cx="1553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unmodulated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0" name="TextBox 65">
              <a:extLst>
                <a:ext uri="{FF2B5EF4-FFF2-40B4-BE49-F238E27FC236}">
                  <a16:creationId xmlns:a16="http://schemas.microsoft.com/office/drawing/2014/main" id="{3B22FCC6-D363-944C-8AEC-988E4997F083}"/>
                </a:ext>
              </a:extLst>
            </p:cNvPr>
            <p:cNvSpPr txBox="1"/>
            <p:nvPr/>
          </p:nvSpPr>
          <p:spPr>
            <a:xfrm>
              <a:off x="10072821" y="2473272"/>
              <a:ext cx="1279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r" defTabSz="914400" rtl="1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r" defTabSz="914400" rtl="1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r" defTabSz="914400" rtl="1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r" defTabSz="914400" rtl="1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F110BD28-0D8C-8C6E-3AD8-BD3505E7E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26939" y="2802909"/>
              <a:ext cx="1371600" cy="1371600"/>
            </a:xfrm>
            <a:prstGeom prst="rect">
              <a:avLst/>
            </a:prstGeom>
          </p:spPr>
        </p:pic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0360F4A7-18FD-A5D2-60BC-EE5C23E16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26939" y="4254283"/>
              <a:ext cx="1371600" cy="1371600"/>
            </a:xfrm>
            <a:prstGeom prst="rect">
              <a:avLst/>
            </a:prstGeom>
          </p:spPr>
        </p:pic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7686B1A-987B-FA90-EDE2-E54F390DD04D}"/>
                </a:ext>
              </a:extLst>
            </p:cNvPr>
            <p:cNvSpPr txBox="1"/>
            <p:nvPr/>
          </p:nvSpPr>
          <p:spPr>
            <a:xfrm>
              <a:off x="809791" y="202631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 laser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289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20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2</cp:revision>
  <dcterms:created xsi:type="dcterms:W3CDTF">2025-11-11T23:37:56Z</dcterms:created>
  <dcterms:modified xsi:type="dcterms:W3CDTF">2025-11-11T23:48:25Z</dcterms:modified>
</cp:coreProperties>
</file>