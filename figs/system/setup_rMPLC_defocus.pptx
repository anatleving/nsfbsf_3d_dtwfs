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4022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58349"/>
            <a:ext cx="9144000" cy="1400504"/>
          </a:xfrm>
        </p:spPr>
        <p:txBody>
          <a:bodyPr anchor="b"/>
          <a:lstStyle>
            <a:lvl1pPr algn="ctr"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12862"/>
            <a:ext cx="9144000" cy="971227"/>
          </a:xfrm>
        </p:spPr>
        <p:txBody>
          <a:bodyPr/>
          <a:lstStyle>
            <a:lvl1pPr marL="0" indent="0" algn="ctr">
              <a:buNone/>
              <a:defRPr sz="1408"/>
            </a:lvl1pPr>
            <a:lvl2pPr marL="268194" indent="0" algn="ctr">
              <a:buNone/>
              <a:defRPr sz="1173"/>
            </a:lvl2pPr>
            <a:lvl3pPr marL="536387" indent="0" algn="ctr">
              <a:buNone/>
              <a:defRPr sz="1056"/>
            </a:lvl3pPr>
            <a:lvl4pPr marL="804581" indent="0" algn="ctr">
              <a:buNone/>
              <a:defRPr sz="939"/>
            </a:lvl4pPr>
            <a:lvl5pPr marL="1072774" indent="0" algn="ctr">
              <a:buNone/>
              <a:defRPr sz="939"/>
            </a:lvl5pPr>
            <a:lvl6pPr marL="1340968" indent="0" algn="ctr">
              <a:buNone/>
              <a:defRPr sz="939"/>
            </a:lvl6pPr>
            <a:lvl7pPr marL="1609161" indent="0" algn="ctr">
              <a:buNone/>
              <a:defRPr sz="939"/>
            </a:lvl7pPr>
            <a:lvl8pPr marL="1877355" indent="0" algn="ctr">
              <a:buNone/>
              <a:defRPr sz="939"/>
            </a:lvl8pPr>
            <a:lvl9pPr marL="2145548" indent="0" algn="ctr">
              <a:buNone/>
              <a:defRPr sz="9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0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02888"/>
            <a:ext cx="10515600" cy="1673342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692060"/>
            <a:ext cx="10515600" cy="879971"/>
          </a:xfrm>
        </p:spPr>
        <p:txBody>
          <a:bodyPr/>
          <a:lstStyle>
            <a:lvl1pPr marL="0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1pPr>
            <a:lvl2pPr marL="2681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2pPr>
            <a:lvl3pPr marL="536387" indent="0">
              <a:buNone/>
              <a:defRPr sz="1056">
                <a:solidFill>
                  <a:schemeClr val="tx1">
                    <a:tint val="82000"/>
                  </a:schemeClr>
                </a:solidFill>
              </a:defRPr>
            </a:lvl3pPr>
            <a:lvl4pPr marL="804581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4pPr>
            <a:lvl5pPr marL="1072774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5pPr>
            <a:lvl6pPr marL="1340968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6pPr>
            <a:lvl7pPr marL="1609161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7pPr>
            <a:lvl8pPr marL="1877355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8pPr>
            <a:lvl9pPr marL="2145548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70864"/>
            <a:ext cx="5181600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70864"/>
            <a:ext cx="5181600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4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4173"/>
            <a:ext cx="10515600" cy="777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986127"/>
            <a:ext cx="5157787" cy="483285"/>
          </a:xfrm>
        </p:spPr>
        <p:txBody>
          <a:bodyPr anchor="b"/>
          <a:lstStyle>
            <a:lvl1pPr marL="0" indent="0">
              <a:buNone/>
              <a:defRPr sz="1408" b="1"/>
            </a:lvl1pPr>
            <a:lvl2pPr marL="268194" indent="0">
              <a:buNone/>
              <a:defRPr sz="1173" b="1"/>
            </a:lvl2pPr>
            <a:lvl3pPr marL="536387" indent="0">
              <a:buNone/>
              <a:defRPr sz="1056" b="1"/>
            </a:lvl3pPr>
            <a:lvl4pPr marL="804581" indent="0">
              <a:buNone/>
              <a:defRPr sz="939" b="1"/>
            </a:lvl4pPr>
            <a:lvl5pPr marL="1072774" indent="0">
              <a:buNone/>
              <a:defRPr sz="939" b="1"/>
            </a:lvl5pPr>
            <a:lvl6pPr marL="1340968" indent="0">
              <a:buNone/>
              <a:defRPr sz="939" b="1"/>
            </a:lvl6pPr>
            <a:lvl7pPr marL="1609161" indent="0">
              <a:buNone/>
              <a:defRPr sz="939" b="1"/>
            </a:lvl7pPr>
            <a:lvl8pPr marL="1877355" indent="0">
              <a:buNone/>
              <a:defRPr sz="939" b="1"/>
            </a:lvl8pPr>
            <a:lvl9pPr marL="2145548" indent="0">
              <a:buNone/>
              <a:defRPr sz="9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469412"/>
            <a:ext cx="5157787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86127"/>
            <a:ext cx="5183188" cy="483285"/>
          </a:xfrm>
        </p:spPr>
        <p:txBody>
          <a:bodyPr anchor="b"/>
          <a:lstStyle>
            <a:lvl1pPr marL="0" indent="0">
              <a:buNone/>
              <a:defRPr sz="1408" b="1"/>
            </a:lvl1pPr>
            <a:lvl2pPr marL="268194" indent="0">
              <a:buNone/>
              <a:defRPr sz="1173" b="1"/>
            </a:lvl2pPr>
            <a:lvl3pPr marL="536387" indent="0">
              <a:buNone/>
              <a:defRPr sz="1056" b="1"/>
            </a:lvl3pPr>
            <a:lvl4pPr marL="804581" indent="0">
              <a:buNone/>
              <a:defRPr sz="939" b="1"/>
            </a:lvl4pPr>
            <a:lvl5pPr marL="1072774" indent="0">
              <a:buNone/>
              <a:defRPr sz="939" b="1"/>
            </a:lvl5pPr>
            <a:lvl6pPr marL="1340968" indent="0">
              <a:buNone/>
              <a:defRPr sz="939" b="1"/>
            </a:lvl6pPr>
            <a:lvl7pPr marL="1609161" indent="0">
              <a:buNone/>
              <a:defRPr sz="939" b="1"/>
            </a:lvl7pPr>
            <a:lvl8pPr marL="1877355" indent="0">
              <a:buNone/>
              <a:defRPr sz="939" b="1"/>
            </a:lvl8pPr>
            <a:lvl9pPr marL="2145548" indent="0">
              <a:buNone/>
              <a:defRPr sz="9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469412"/>
            <a:ext cx="5183188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0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7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68182"/>
            <a:ext cx="3932237" cy="938636"/>
          </a:xfrm>
        </p:spPr>
        <p:txBody>
          <a:bodyPr anchor="b"/>
          <a:lstStyle>
            <a:lvl1pPr>
              <a:defRPr sz="1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79198"/>
            <a:ext cx="6172200" cy="2858742"/>
          </a:xfrm>
        </p:spPr>
        <p:txBody>
          <a:bodyPr/>
          <a:lstStyle>
            <a:lvl1pPr>
              <a:defRPr sz="1877"/>
            </a:lvl1pPr>
            <a:lvl2pPr>
              <a:defRPr sz="1642"/>
            </a:lvl2pPr>
            <a:lvl3pPr>
              <a:defRPr sz="1408"/>
            </a:lvl3pPr>
            <a:lvl4pPr>
              <a:defRPr sz="1173"/>
            </a:lvl4pPr>
            <a:lvl5pPr>
              <a:defRPr sz="1173"/>
            </a:lvl5pPr>
            <a:lvl6pPr>
              <a:defRPr sz="1173"/>
            </a:lvl6pPr>
            <a:lvl7pPr>
              <a:defRPr sz="1173"/>
            </a:lvl7pPr>
            <a:lvl8pPr>
              <a:defRPr sz="1173"/>
            </a:lvl8pPr>
            <a:lvl9pPr>
              <a:defRPr sz="1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06817"/>
            <a:ext cx="3932237" cy="2235779"/>
          </a:xfrm>
        </p:spPr>
        <p:txBody>
          <a:bodyPr/>
          <a:lstStyle>
            <a:lvl1pPr marL="0" indent="0">
              <a:buNone/>
              <a:defRPr sz="939"/>
            </a:lvl1pPr>
            <a:lvl2pPr marL="268194" indent="0">
              <a:buNone/>
              <a:defRPr sz="821"/>
            </a:lvl2pPr>
            <a:lvl3pPr marL="536387" indent="0">
              <a:buNone/>
              <a:defRPr sz="704"/>
            </a:lvl3pPr>
            <a:lvl4pPr marL="804581" indent="0">
              <a:buNone/>
              <a:defRPr sz="587"/>
            </a:lvl4pPr>
            <a:lvl5pPr marL="1072774" indent="0">
              <a:buNone/>
              <a:defRPr sz="587"/>
            </a:lvl5pPr>
            <a:lvl6pPr marL="1340968" indent="0">
              <a:buNone/>
              <a:defRPr sz="587"/>
            </a:lvl6pPr>
            <a:lvl7pPr marL="1609161" indent="0">
              <a:buNone/>
              <a:defRPr sz="587"/>
            </a:lvl7pPr>
            <a:lvl8pPr marL="1877355" indent="0">
              <a:buNone/>
              <a:defRPr sz="587"/>
            </a:lvl8pPr>
            <a:lvl9pPr marL="2145548" indent="0">
              <a:buNone/>
              <a:defRPr sz="5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3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68182"/>
            <a:ext cx="3932237" cy="938636"/>
          </a:xfrm>
        </p:spPr>
        <p:txBody>
          <a:bodyPr anchor="b"/>
          <a:lstStyle>
            <a:lvl1pPr>
              <a:defRPr sz="1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79198"/>
            <a:ext cx="6172200" cy="2858742"/>
          </a:xfrm>
        </p:spPr>
        <p:txBody>
          <a:bodyPr anchor="t"/>
          <a:lstStyle>
            <a:lvl1pPr marL="0" indent="0">
              <a:buNone/>
              <a:defRPr sz="1877"/>
            </a:lvl1pPr>
            <a:lvl2pPr marL="268194" indent="0">
              <a:buNone/>
              <a:defRPr sz="1642"/>
            </a:lvl2pPr>
            <a:lvl3pPr marL="536387" indent="0">
              <a:buNone/>
              <a:defRPr sz="1408"/>
            </a:lvl3pPr>
            <a:lvl4pPr marL="804581" indent="0">
              <a:buNone/>
              <a:defRPr sz="1173"/>
            </a:lvl4pPr>
            <a:lvl5pPr marL="1072774" indent="0">
              <a:buNone/>
              <a:defRPr sz="1173"/>
            </a:lvl5pPr>
            <a:lvl6pPr marL="1340968" indent="0">
              <a:buNone/>
              <a:defRPr sz="1173"/>
            </a:lvl6pPr>
            <a:lvl7pPr marL="1609161" indent="0">
              <a:buNone/>
              <a:defRPr sz="1173"/>
            </a:lvl7pPr>
            <a:lvl8pPr marL="1877355" indent="0">
              <a:buNone/>
              <a:defRPr sz="1173"/>
            </a:lvl8pPr>
            <a:lvl9pPr marL="2145548" indent="0">
              <a:buNone/>
              <a:defRPr sz="1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06817"/>
            <a:ext cx="3932237" cy="2235779"/>
          </a:xfrm>
        </p:spPr>
        <p:txBody>
          <a:bodyPr/>
          <a:lstStyle>
            <a:lvl1pPr marL="0" indent="0">
              <a:buNone/>
              <a:defRPr sz="939"/>
            </a:lvl1pPr>
            <a:lvl2pPr marL="268194" indent="0">
              <a:buNone/>
              <a:defRPr sz="821"/>
            </a:lvl2pPr>
            <a:lvl3pPr marL="536387" indent="0">
              <a:buNone/>
              <a:defRPr sz="704"/>
            </a:lvl3pPr>
            <a:lvl4pPr marL="804581" indent="0">
              <a:buNone/>
              <a:defRPr sz="587"/>
            </a:lvl4pPr>
            <a:lvl5pPr marL="1072774" indent="0">
              <a:buNone/>
              <a:defRPr sz="587"/>
            </a:lvl5pPr>
            <a:lvl6pPr marL="1340968" indent="0">
              <a:buNone/>
              <a:defRPr sz="587"/>
            </a:lvl6pPr>
            <a:lvl7pPr marL="1609161" indent="0">
              <a:buNone/>
              <a:defRPr sz="587"/>
            </a:lvl7pPr>
            <a:lvl8pPr marL="1877355" indent="0">
              <a:buNone/>
              <a:defRPr sz="587"/>
            </a:lvl8pPr>
            <a:lvl9pPr marL="2145548" indent="0">
              <a:buNone/>
              <a:defRPr sz="5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1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5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14173"/>
            <a:ext cx="2628900" cy="3409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14173"/>
            <a:ext cx="7734300" cy="34090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14173"/>
            <a:ext cx="10515600" cy="777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70864"/>
            <a:ext cx="10515600" cy="2552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728470"/>
            <a:ext cx="274320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461DC-11A6-460F-9870-341AC4B0529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728470"/>
            <a:ext cx="411480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728470"/>
            <a:ext cx="274320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AC599-06E6-4F85-AA3C-0101A0C4C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1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36387" rtl="0" eaLnBrk="1" latinLnBrk="0" hangingPunct="1">
        <a:lnSpc>
          <a:spcPct val="90000"/>
        </a:lnSpc>
        <a:spcBef>
          <a:spcPct val="0"/>
        </a:spcBef>
        <a:buNone/>
        <a:defRPr sz="25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097" indent="-134097" algn="l" defTabSz="53638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1642" kern="1200">
          <a:solidFill>
            <a:schemeClr val="tx1"/>
          </a:solidFill>
          <a:latin typeface="+mn-lt"/>
          <a:ea typeface="+mn-ea"/>
          <a:cs typeface="+mn-cs"/>
        </a:defRPr>
      </a:lvl1pPr>
      <a:lvl2pPr marL="402290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408" kern="1200">
          <a:solidFill>
            <a:schemeClr val="tx1"/>
          </a:solidFill>
          <a:latin typeface="+mn-lt"/>
          <a:ea typeface="+mn-ea"/>
          <a:cs typeface="+mn-cs"/>
        </a:defRPr>
      </a:lvl2pPr>
      <a:lvl3pPr marL="670484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173" kern="1200">
          <a:solidFill>
            <a:schemeClr val="tx1"/>
          </a:solidFill>
          <a:latin typeface="+mn-lt"/>
          <a:ea typeface="+mn-ea"/>
          <a:cs typeface="+mn-cs"/>
        </a:defRPr>
      </a:lvl3pPr>
      <a:lvl4pPr marL="938677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4pPr>
      <a:lvl5pPr marL="1206871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5pPr>
      <a:lvl6pPr marL="1475064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6pPr>
      <a:lvl7pPr marL="1743258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7pPr>
      <a:lvl8pPr marL="2011451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8pPr>
      <a:lvl9pPr marL="2279645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1pPr>
      <a:lvl2pPr marL="268194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2pPr>
      <a:lvl3pPr marL="536387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3pPr>
      <a:lvl4pPr marL="804581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4pPr>
      <a:lvl5pPr marL="1072774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5pPr>
      <a:lvl6pPr marL="1340968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6pPr>
      <a:lvl7pPr marL="1609161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7pPr>
      <a:lvl8pPr marL="1877355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8pPr>
      <a:lvl9pPr marL="2145548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tar: 7 Points 171">
            <a:extLst>
              <a:ext uri="{FF2B5EF4-FFF2-40B4-BE49-F238E27FC236}">
                <a16:creationId xmlns:a16="http://schemas.microsoft.com/office/drawing/2014/main" id="{787A8820-DA32-B8D1-86E7-3B25B1200536}"/>
              </a:ext>
            </a:extLst>
          </p:cNvPr>
          <p:cNvSpPr>
            <a:spLocks noChangeAspect="1"/>
          </p:cNvSpPr>
          <p:nvPr/>
        </p:nvSpPr>
        <p:spPr>
          <a:xfrm>
            <a:off x="1649179" y="2599584"/>
            <a:ext cx="99592" cy="109728"/>
          </a:xfrm>
          <a:prstGeom prst="star7">
            <a:avLst/>
          </a:prstGeom>
          <a:solidFill>
            <a:srgbClr val="00B0F0">
              <a:alpha val="5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Star: 7 Points 172">
            <a:extLst>
              <a:ext uri="{FF2B5EF4-FFF2-40B4-BE49-F238E27FC236}">
                <a16:creationId xmlns:a16="http://schemas.microsoft.com/office/drawing/2014/main" id="{A2B837F2-EAF4-2FE6-3565-8D7EF01866B1}"/>
              </a:ext>
            </a:extLst>
          </p:cNvPr>
          <p:cNvSpPr>
            <a:spLocks noChangeAspect="1"/>
          </p:cNvSpPr>
          <p:nvPr/>
        </p:nvSpPr>
        <p:spPr>
          <a:xfrm>
            <a:off x="5805248" y="2494895"/>
            <a:ext cx="99592" cy="109728"/>
          </a:xfrm>
          <a:prstGeom prst="star7">
            <a:avLst/>
          </a:prstGeom>
          <a:solidFill>
            <a:srgbClr val="00B0F0">
              <a:alpha val="5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7B83B02-0C04-8345-DCE0-126FCD980228}"/>
              </a:ext>
            </a:extLst>
          </p:cNvPr>
          <p:cNvSpPr/>
          <p:nvPr/>
        </p:nvSpPr>
        <p:spPr>
          <a:xfrm>
            <a:off x="4301668" y="1609111"/>
            <a:ext cx="3101008" cy="44696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00DDA17-4B76-E461-49A9-A6E8A624AEA6}"/>
              </a:ext>
            </a:extLst>
          </p:cNvPr>
          <p:cNvCxnSpPr>
            <a:cxnSpLocks/>
          </p:cNvCxnSpPr>
          <p:nvPr/>
        </p:nvCxnSpPr>
        <p:spPr>
          <a:xfrm>
            <a:off x="5863696" y="343480"/>
            <a:ext cx="0" cy="2492332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BF2C6362-8A8B-E50C-F5E4-8C400E3C29A6}"/>
              </a:ext>
            </a:extLst>
          </p:cNvPr>
          <p:cNvSpPr/>
          <p:nvPr/>
        </p:nvSpPr>
        <p:spPr>
          <a:xfrm>
            <a:off x="163263" y="1609111"/>
            <a:ext cx="3101008" cy="44696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726097B-DC8C-FE5C-FF47-A6CAE9B1E248}"/>
              </a:ext>
            </a:extLst>
          </p:cNvPr>
          <p:cNvCxnSpPr/>
          <p:nvPr/>
        </p:nvCxnSpPr>
        <p:spPr>
          <a:xfrm>
            <a:off x="3399691" y="1851643"/>
            <a:ext cx="0" cy="155448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24E2170-5474-CF46-D34C-1106A006352C}"/>
                  </a:ext>
                </a:extLst>
              </p:cNvPr>
              <p:cNvSpPr txBox="1"/>
              <p:nvPr/>
            </p:nvSpPr>
            <p:spPr>
              <a:xfrm rot="5400000">
                <a:off x="3135710" y="2405030"/>
                <a:ext cx="99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24E2170-5474-CF46-D34C-1106A0063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135710" y="2405030"/>
                <a:ext cx="990600" cy="461665"/>
              </a:xfrm>
              <a:prstGeom prst="rect">
                <a:avLst/>
              </a:prstGeom>
              <a:blipFill>
                <a:blip r:embed="rId2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1CA3262-4FB5-8962-F89F-4634495EE308}"/>
              </a:ext>
            </a:extLst>
          </p:cNvPr>
          <p:cNvCxnSpPr>
            <a:cxnSpLocks/>
          </p:cNvCxnSpPr>
          <p:nvPr/>
        </p:nvCxnSpPr>
        <p:spPr>
          <a:xfrm>
            <a:off x="84994" y="3372430"/>
            <a:ext cx="3257547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E527B524-6F31-E55B-0DBA-B8D0A8DA71CE}"/>
              </a:ext>
            </a:extLst>
          </p:cNvPr>
          <p:cNvSpPr txBox="1"/>
          <p:nvPr/>
        </p:nvSpPr>
        <p:spPr>
          <a:xfrm>
            <a:off x="982767" y="3372430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36648CD-61C0-63FB-376A-04E987AC28A8}"/>
              </a:ext>
            </a:extLst>
          </p:cNvPr>
          <p:cNvCxnSpPr>
            <a:cxnSpLocks/>
          </p:cNvCxnSpPr>
          <p:nvPr/>
        </p:nvCxnSpPr>
        <p:spPr>
          <a:xfrm>
            <a:off x="3186002" y="2628883"/>
            <a:ext cx="6208" cy="731520"/>
          </a:xfrm>
          <a:prstGeom prst="straightConnector1">
            <a:avLst/>
          </a:prstGeom>
          <a:ln w="254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71B7545A-177F-B919-9328-381FDC614441}"/>
                  </a:ext>
                </a:extLst>
              </p:cNvPr>
              <p:cNvSpPr txBox="1"/>
              <p:nvPr/>
            </p:nvSpPr>
            <p:spPr>
              <a:xfrm rot="5400000">
                <a:off x="2565601" y="2813354"/>
                <a:ext cx="990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71B7545A-177F-B919-9328-381FDC614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565601" y="2813354"/>
                <a:ext cx="99060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9C338018-5A62-F1F7-13CE-F3F6623B57CA}"/>
              </a:ext>
            </a:extLst>
          </p:cNvPr>
          <p:cNvCxnSpPr/>
          <p:nvPr/>
        </p:nvCxnSpPr>
        <p:spPr>
          <a:xfrm>
            <a:off x="3399691" y="308593"/>
            <a:ext cx="0" cy="155448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18F72AEC-5530-78F7-B1E8-36EB60F366CF}"/>
                  </a:ext>
                </a:extLst>
              </p:cNvPr>
              <p:cNvSpPr txBox="1"/>
              <p:nvPr/>
            </p:nvSpPr>
            <p:spPr>
              <a:xfrm rot="5400000">
                <a:off x="3135710" y="861980"/>
                <a:ext cx="99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18F72AEC-5530-78F7-B1E8-36EB60F36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135710" y="861980"/>
                <a:ext cx="990600" cy="461665"/>
              </a:xfrm>
              <a:prstGeom prst="rect">
                <a:avLst/>
              </a:prstGeom>
              <a:blipFill>
                <a:blip r:embed="rId4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FC8134A-7A4C-1623-0A9D-4BFE07CD038C}"/>
              </a:ext>
            </a:extLst>
          </p:cNvPr>
          <p:cNvCxnSpPr>
            <a:cxnSpLocks/>
          </p:cNvCxnSpPr>
          <p:nvPr/>
        </p:nvCxnSpPr>
        <p:spPr>
          <a:xfrm>
            <a:off x="84994" y="343480"/>
            <a:ext cx="3257547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4EEC43B-A678-07A3-D634-66817458FBCE}"/>
              </a:ext>
            </a:extLst>
          </p:cNvPr>
          <p:cNvCxnSpPr>
            <a:cxnSpLocks/>
          </p:cNvCxnSpPr>
          <p:nvPr/>
        </p:nvCxnSpPr>
        <p:spPr>
          <a:xfrm>
            <a:off x="1718915" y="2674654"/>
            <a:ext cx="287240" cy="71057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09F0D89-172E-6ABA-A100-3BEE930974E2}"/>
              </a:ext>
            </a:extLst>
          </p:cNvPr>
          <p:cNvCxnSpPr>
            <a:cxnSpLocks/>
          </p:cNvCxnSpPr>
          <p:nvPr/>
        </p:nvCxnSpPr>
        <p:spPr>
          <a:xfrm flipV="1">
            <a:off x="1995066" y="1848641"/>
            <a:ext cx="568058" cy="1441856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DE79BEE4-17B7-E783-DFD4-419995F0CFD8}"/>
              </a:ext>
            </a:extLst>
          </p:cNvPr>
          <p:cNvCxnSpPr>
            <a:cxnSpLocks/>
          </p:cNvCxnSpPr>
          <p:nvPr/>
        </p:nvCxnSpPr>
        <p:spPr>
          <a:xfrm flipH="1" flipV="1">
            <a:off x="2286898" y="371547"/>
            <a:ext cx="284029" cy="147363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E2ACC4AE-F627-356C-A7F8-C1F9BB136D92}"/>
              </a:ext>
            </a:extLst>
          </p:cNvPr>
          <p:cNvCxnSpPr>
            <a:cxnSpLocks/>
          </p:cNvCxnSpPr>
          <p:nvPr/>
        </p:nvCxnSpPr>
        <p:spPr>
          <a:xfrm flipH="1">
            <a:off x="1974294" y="410989"/>
            <a:ext cx="284029" cy="1473630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BC326C7C-741B-064B-2819-65356945BF01}"/>
              </a:ext>
            </a:extLst>
          </p:cNvPr>
          <p:cNvCxnSpPr>
            <a:cxnSpLocks/>
          </p:cNvCxnSpPr>
          <p:nvPr/>
        </p:nvCxnSpPr>
        <p:spPr>
          <a:xfrm flipH="1">
            <a:off x="1709390" y="1878945"/>
            <a:ext cx="272818" cy="789648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3ACFCAC-A0C5-937D-84C9-F6FA2F9C1F2E}"/>
              </a:ext>
            </a:extLst>
          </p:cNvPr>
          <p:cNvGrpSpPr/>
          <p:nvPr/>
        </p:nvGrpSpPr>
        <p:grpSpPr>
          <a:xfrm flipH="1">
            <a:off x="823272" y="371546"/>
            <a:ext cx="861537" cy="3013685"/>
            <a:chOff x="6631232" y="2963672"/>
            <a:chExt cx="861537" cy="3013685"/>
          </a:xfrm>
        </p:grpSpPr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81AEC7EA-0F5C-D58B-F049-6A115F4CEBB4}"/>
                </a:ext>
              </a:extLst>
            </p:cNvPr>
            <p:cNvCxnSpPr>
              <a:cxnSpLocks/>
            </p:cNvCxnSpPr>
            <p:nvPr/>
          </p:nvCxnSpPr>
          <p:spPr>
            <a:xfrm>
              <a:off x="6640757" y="5266779"/>
              <a:ext cx="287240" cy="71057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4CD6DEE8-8B1F-4A26-C055-7E196E526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6908" y="4440766"/>
              <a:ext cx="568058" cy="1441856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99CE240A-2AF6-8655-A684-1D08F44E9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8740" y="2963672"/>
              <a:ext cx="284029" cy="147363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D8202649-BB47-4C4C-29FA-B17CAB2C01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136" y="3003114"/>
              <a:ext cx="284029" cy="1473630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B01EA751-181F-7742-D34A-BC4E359B9D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1232" y="4471070"/>
              <a:ext cx="272818" cy="789648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2FA2779-1695-50ED-EA7F-02CCC9E15CAC}"/>
              </a:ext>
            </a:extLst>
          </p:cNvPr>
          <p:cNvCxnSpPr>
            <a:cxnSpLocks/>
          </p:cNvCxnSpPr>
          <p:nvPr/>
        </p:nvCxnSpPr>
        <p:spPr>
          <a:xfrm>
            <a:off x="4223399" y="3372430"/>
            <a:ext cx="3257547" cy="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EE4C19E2-7AF8-52DE-FAC2-5C1D7CF29172}"/>
              </a:ext>
            </a:extLst>
          </p:cNvPr>
          <p:cNvSpPr txBox="1"/>
          <p:nvPr/>
        </p:nvSpPr>
        <p:spPr>
          <a:xfrm>
            <a:off x="5141015" y="3224221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015AB52-963E-386C-5863-524CD6CCFC33}"/>
              </a:ext>
            </a:extLst>
          </p:cNvPr>
          <p:cNvCxnSpPr>
            <a:cxnSpLocks/>
          </p:cNvCxnSpPr>
          <p:nvPr/>
        </p:nvCxnSpPr>
        <p:spPr>
          <a:xfrm>
            <a:off x="7325493" y="2526342"/>
            <a:ext cx="6208" cy="731520"/>
          </a:xfrm>
          <a:prstGeom prst="straightConnector1">
            <a:avLst/>
          </a:prstGeom>
          <a:ln w="254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797AEF6B-CC9C-8231-A265-F460B4C3EE42}"/>
                  </a:ext>
                </a:extLst>
              </p:cNvPr>
              <p:cNvSpPr txBox="1"/>
              <p:nvPr/>
            </p:nvSpPr>
            <p:spPr>
              <a:xfrm rot="5400000">
                <a:off x="6714047" y="2720655"/>
                <a:ext cx="990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797AEF6B-CC9C-8231-A265-F460B4C3E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714047" y="2720655"/>
                <a:ext cx="9906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47269BFF-007D-E2D9-297D-EA3F12E0F894}"/>
              </a:ext>
            </a:extLst>
          </p:cNvPr>
          <p:cNvCxnSpPr>
            <a:cxnSpLocks/>
          </p:cNvCxnSpPr>
          <p:nvPr/>
        </p:nvCxnSpPr>
        <p:spPr>
          <a:xfrm>
            <a:off x="7538096" y="308593"/>
            <a:ext cx="0" cy="155448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C23C3885-6D2A-F197-FBE0-9CCD08AE0115}"/>
                  </a:ext>
                </a:extLst>
              </p:cNvPr>
              <p:cNvSpPr txBox="1"/>
              <p:nvPr/>
            </p:nvSpPr>
            <p:spPr>
              <a:xfrm rot="5400000">
                <a:off x="11444481" y="829883"/>
                <a:ext cx="99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C23C3885-6D2A-F197-FBE0-9CCD08AE0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444481" y="829883"/>
                <a:ext cx="990600" cy="461665"/>
              </a:xfrm>
              <a:prstGeom prst="rect">
                <a:avLst/>
              </a:prstGeom>
              <a:blipFill>
                <a:blip r:embed="rId6"/>
                <a:stretch>
                  <a:fillRect l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DCE0F42-A4EA-6A36-56FA-8C3AF278CF1E}"/>
              </a:ext>
            </a:extLst>
          </p:cNvPr>
          <p:cNvCxnSpPr>
            <a:cxnSpLocks/>
          </p:cNvCxnSpPr>
          <p:nvPr/>
        </p:nvCxnSpPr>
        <p:spPr>
          <a:xfrm>
            <a:off x="4223399" y="343480"/>
            <a:ext cx="3257547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00E95B90-0131-FAEB-4888-0F5AF41790A7}"/>
              </a:ext>
            </a:extLst>
          </p:cNvPr>
          <p:cNvCxnSpPr>
            <a:cxnSpLocks/>
          </p:cNvCxnSpPr>
          <p:nvPr/>
        </p:nvCxnSpPr>
        <p:spPr>
          <a:xfrm>
            <a:off x="5862068" y="2605066"/>
            <a:ext cx="0" cy="64815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32980D4-D894-492C-8CA0-EC399692790B}"/>
              </a:ext>
            </a:extLst>
          </p:cNvPr>
          <p:cNvCxnSpPr>
            <a:cxnSpLocks/>
          </p:cNvCxnSpPr>
          <p:nvPr/>
        </p:nvCxnSpPr>
        <p:spPr>
          <a:xfrm>
            <a:off x="4219021" y="3269121"/>
            <a:ext cx="3257547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36DCC6E-7D8C-D8D3-C4C2-7D3BDA514FCA}"/>
              </a:ext>
            </a:extLst>
          </p:cNvPr>
          <p:cNvGrpSpPr/>
          <p:nvPr/>
        </p:nvGrpSpPr>
        <p:grpSpPr>
          <a:xfrm>
            <a:off x="5852172" y="343480"/>
            <a:ext cx="887457" cy="2936913"/>
            <a:chOff x="9939303" y="2935605"/>
            <a:chExt cx="887457" cy="2936913"/>
          </a:xfrm>
        </p:grpSpPr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0D170CA2-6C17-6FB5-C79B-7630BEC66AD5}"/>
                </a:ext>
              </a:extLst>
            </p:cNvPr>
            <p:cNvCxnSpPr>
              <a:cxnSpLocks/>
            </p:cNvCxnSpPr>
            <p:nvPr/>
          </p:nvCxnSpPr>
          <p:spPr>
            <a:xfrm>
              <a:off x="9944451" y="5139187"/>
              <a:ext cx="287240" cy="71057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A38699AA-CE2F-00BE-615C-57DFD09E3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4862" y="4455198"/>
              <a:ext cx="571898" cy="135645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67EAC462-1555-5195-1224-CF5A638B9A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7015" y="2935605"/>
              <a:ext cx="229570" cy="1501696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032E3086-447C-88E9-F89C-663917916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9303" y="4471069"/>
              <a:ext cx="387935" cy="956868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AC75CF73-E267-B1CE-7153-7A72E71BB5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9799" y="3020930"/>
              <a:ext cx="237854" cy="1450139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084B3D69-45FF-D3C3-2FF0-8CCA57073E1D}"/>
                </a:ext>
              </a:extLst>
            </p:cNvPr>
            <p:cNvCxnSpPr>
              <a:cxnSpLocks/>
            </p:cNvCxnSpPr>
            <p:nvPr/>
          </p:nvCxnSpPr>
          <p:spPr>
            <a:xfrm>
              <a:off x="9959146" y="5427937"/>
              <a:ext cx="180671" cy="444581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2D715C52-80D5-1505-E5CA-BFDF968832FB}"/>
              </a:ext>
            </a:extLst>
          </p:cNvPr>
          <p:cNvCxnSpPr>
            <a:cxnSpLocks/>
          </p:cNvCxnSpPr>
          <p:nvPr/>
        </p:nvCxnSpPr>
        <p:spPr>
          <a:xfrm>
            <a:off x="1696787" y="2668593"/>
            <a:ext cx="4377" cy="716639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2CE94CC6-CEE9-9CF5-C6CB-57CE69A6FC8A}"/>
              </a:ext>
            </a:extLst>
          </p:cNvPr>
          <p:cNvCxnSpPr>
            <a:cxnSpLocks/>
          </p:cNvCxnSpPr>
          <p:nvPr/>
        </p:nvCxnSpPr>
        <p:spPr>
          <a:xfrm flipH="1">
            <a:off x="1698975" y="388826"/>
            <a:ext cx="0" cy="2197419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31D68D40-C748-0122-68AB-781FFEACB635}"/>
              </a:ext>
            </a:extLst>
          </p:cNvPr>
          <p:cNvGrpSpPr/>
          <p:nvPr/>
        </p:nvGrpSpPr>
        <p:grpSpPr>
          <a:xfrm flipH="1">
            <a:off x="4970654" y="337315"/>
            <a:ext cx="887457" cy="2936913"/>
            <a:chOff x="9939303" y="2935605"/>
            <a:chExt cx="887457" cy="2936913"/>
          </a:xfrm>
        </p:grpSpPr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99A74886-3497-19EA-D397-9F72DCAF17F2}"/>
                </a:ext>
              </a:extLst>
            </p:cNvPr>
            <p:cNvCxnSpPr>
              <a:cxnSpLocks/>
            </p:cNvCxnSpPr>
            <p:nvPr/>
          </p:nvCxnSpPr>
          <p:spPr>
            <a:xfrm>
              <a:off x="9944451" y="5139187"/>
              <a:ext cx="287240" cy="71057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D3152764-9BD9-4F86-9105-FA213C892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4862" y="4455198"/>
              <a:ext cx="571898" cy="135645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2E6316A4-4924-071A-4051-2CFC099061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7015" y="2935605"/>
              <a:ext cx="229570" cy="1501696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A9E4A26B-3BDD-2422-8D6F-D2EC691963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9303" y="4471069"/>
              <a:ext cx="387935" cy="956868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CCD8B778-4122-0263-6CA7-6BE543CD9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9799" y="3020930"/>
              <a:ext cx="237854" cy="1450139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7BAFC951-6FE1-B014-BF29-D3B4E60EC4A2}"/>
                </a:ext>
              </a:extLst>
            </p:cNvPr>
            <p:cNvCxnSpPr>
              <a:cxnSpLocks/>
            </p:cNvCxnSpPr>
            <p:nvPr/>
          </p:nvCxnSpPr>
          <p:spPr>
            <a:xfrm>
              <a:off x="9959146" y="5427937"/>
              <a:ext cx="180671" cy="444581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97A0828A-1A97-EE6B-D8AD-72296B6C4D35}"/>
                  </a:ext>
                </a:extLst>
              </p:cNvPr>
              <p:cNvSpPr txBox="1"/>
              <p:nvPr/>
            </p:nvSpPr>
            <p:spPr>
              <a:xfrm rot="5400000">
                <a:off x="11444481" y="2319687"/>
                <a:ext cx="99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97A0828A-1A97-EE6B-D8AD-72296B6C4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444481" y="2319687"/>
                <a:ext cx="990600" cy="461665"/>
              </a:xfrm>
              <a:prstGeom prst="rect">
                <a:avLst/>
              </a:prstGeom>
              <a:blipFill>
                <a:blip r:embed="rId7"/>
                <a:stretch>
                  <a:fillRect l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TextBox 205">
            <a:extLst>
              <a:ext uri="{FF2B5EF4-FFF2-40B4-BE49-F238E27FC236}">
                <a16:creationId xmlns:a16="http://schemas.microsoft.com/office/drawing/2014/main" id="{0FC2C1DC-2D77-CECC-31AC-CAEACAB330AA}"/>
              </a:ext>
            </a:extLst>
          </p:cNvPr>
          <p:cNvSpPr txBox="1"/>
          <p:nvPr/>
        </p:nvSpPr>
        <p:spPr>
          <a:xfrm>
            <a:off x="961814" y="-63619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CAC0341-7CB6-62A4-DAF8-8E82A0D2CB3A}"/>
              </a:ext>
            </a:extLst>
          </p:cNvPr>
          <p:cNvSpPr txBox="1"/>
          <p:nvPr/>
        </p:nvSpPr>
        <p:spPr>
          <a:xfrm>
            <a:off x="5141015" y="-63619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</a:t>
            </a:r>
          </a:p>
        </p:txBody>
      </p:sp>
      <p:sp>
        <p:nvSpPr>
          <p:cNvPr id="208" name="Star: 7 Points 207">
            <a:extLst>
              <a:ext uri="{FF2B5EF4-FFF2-40B4-BE49-F238E27FC236}">
                <a16:creationId xmlns:a16="http://schemas.microsoft.com/office/drawing/2014/main" id="{2BF80676-C8E1-BE79-62DF-E478D01829A2}"/>
              </a:ext>
            </a:extLst>
          </p:cNvPr>
          <p:cNvSpPr>
            <a:spLocks noChangeAspect="1"/>
          </p:cNvSpPr>
          <p:nvPr/>
        </p:nvSpPr>
        <p:spPr>
          <a:xfrm>
            <a:off x="9989732" y="2725667"/>
            <a:ext cx="99592" cy="109728"/>
          </a:xfrm>
          <a:prstGeom prst="star7">
            <a:avLst/>
          </a:prstGeom>
          <a:solidFill>
            <a:srgbClr val="009900">
              <a:alpha val="50196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11529CAF-2E68-FDC2-B830-B6D08C4934FC}"/>
              </a:ext>
            </a:extLst>
          </p:cNvPr>
          <p:cNvSpPr/>
          <p:nvPr/>
        </p:nvSpPr>
        <p:spPr>
          <a:xfrm>
            <a:off x="8486152" y="1613463"/>
            <a:ext cx="3101008" cy="44696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3B7FC870-4D46-85DB-26AF-7029B02C511B}"/>
              </a:ext>
            </a:extLst>
          </p:cNvPr>
          <p:cNvCxnSpPr>
            <a:cxnSpLocks/>
          </p:cNvCxnSpPr>
          <p:nvPr/>
        </p:nvCxnSpPr>
        <p:spPr>
          <a:xfrm flipH="1">
            <a:off x="10046552" y="347832"/>
            <a:ext cx="1628" cy="2727079"/>
          </a:xfrm>
          <a:prstGeom prst="straightConnector1">
            <a:avLst/>
          </a:prstGeom>
          <a:ln w="12700">
            <a:solidFill>
              <a:srgbClr val="996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15148971-6176-84D6-666F-FF9B4162D2E8}"/>
              </a:ext>
            </a:extLst>
          </p:cNvPr>
          <p:cNvCxnSpPr>
            <a:cxnSpLocks/>
          </p:cNvCxnSpPr>
          <p:nvPr/>
        </p:nvCxnSpPr>
        <p:spPr>
          <a:xfrm>
            <a:off x="11722580" y="1865520"/>
            <a:ext cx="0" cy="137160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0372D34D-A1A6-CB79-E094-DFC4B62E9365}"/>
                  </a:ext>
                </a:extLst>
              </p:cNvPr>
              <p:cNvSpPr txBox="1"/>
              <p:nvPr/>
            </p:nvSpPr>
            <p:spPr>
              <a:xfrm rot="5400000">
                <a:off x="7939113" y="2385588"/>
                <a:ext cx="1283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0372D34D-A1A6-CB79-E094-DFC4B62E9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939113" y="2385588"/>
                <a:ext cx="1283437" cy="461665"/>
              </a:xfrm>
              <a:prstGeom prst="rect">
                <a:avLst/>
              </a:prstGeom>
              <a:blipFill>
                <a:blip r:embed="rId8"/>
                <a:stretch>
                  <a:fillRect l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C943CFB6-4077-33C9-5A4C-FEA4C6BCFCCA}"/>
              </a:ext>
            </a:extLst>
          </p:cNvPr>
          <p:cNvCxnSpPr>
            <a:cxnSpLocks/>
          </p:cNvCxnSpPr>
          <p:nvPr/>
        </p:nvCxnSpPr>
        <p:spPr>
          <a:xfrm>
            <a:off x="8407883" y="3376782"/>
            <a:ext cx="3257547" cy="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73912D20-A9BD-6538-9EF7-7984258DF270}"/>
              </a:ext>
            </a:extLst>
          </p:cNvPr>
          <p:cNvSpPr txBox="1"/>
          <p:nvPr/>
        </p:nvSpPr>
        <p:spPr>
          <a:xfrm>
            <a:off x="9325499" y="3228573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319D2BAE-921D-6B7B-DE76-BFCBCCEDFED6}"/>
              </a:ext>
            </a:extLst>
          </p:cNvPr>
          <p:cNvCxnSpPr>
            <a:cxnSpLocks/>
          </p:cNvCxnSpPr>
          <p:nvPr/>
        </p:nvCxnSpPr>
        <p:spPr>
          <a:xfrm>
            <a:off x="11508552" y="2777782"/>
            <a:ext cx="7633" cy="48443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ACD2815F-9549-A76E-C111-19C93DACA6D8}"/>
                  </a:ext>
                </a:extLst>
              </p:cNvPr>
              <p:cNvSpPr txBox="1"/>
              <p:nvPr/>
            </p:nvSpPr>
            <p:spPr>
              <a:xfrm rot="5400000">
                <a:off x="10924809" y="2786633"/>
                <a:ext cx="9515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ACD2815F-9549-A76E-C111-19C93DACA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924809" y="2786633"/>
                <a:ext cx="951589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98CF4753-2756-EFC2-BA04-8ADE1A21F362}"/>
              </a:ext>
            </a:extLst>
          </p:cNvPr>
          <p:cNvCxnSpPr>
            <a:cxnSpLocks/>
          </p:cNvCxnSpPr>
          <p:nvPr/>
        </p:nvCxnSpPr>
        <p:spPr>
          <a:xfrm>
            <a:off x="11722580" y="312945"/>
            <a:ext cx="0" cy="155448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A29EC8-5C95-4484-700A-76F35A8934A1}"/>
              </a:ext>
            </a:extLst>
          </p:cNvPr>
          <p:cNvCxnSpPr>
            <a:cxnSpLocks/>
          </p:cNvCxnSpPr>
          <p:nvPr/>
        </p:nvCxnSpPr>
        <p:spPr>
          <a:xfrm>
            <a:off x="8407883" y="347832"/>
            <a:ext cx="3257547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23C9F26B-2075-3E37-BCB1-47E067F26A37}"/>
              </a:ext>
            </a:extLst>
          </p:cNvPr>
          <p:cNvCxnSpPr>
            <a:cxnSpLocks/>
          </p:cNvCxnSpPr>
          <p:nvPr/>
        </p:nvCxnSpPr>
        <p:spPr>
          <a:xfrm>
            <a:off x="8403505" y="3273473"/>
            <a:ext cx="3257547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ECD04FD9-3400-0501-E9CB-C3CF9BF89CE3}"/>
              </a:ext>
            </a:extLst>
          </p:cNvPr>
          <p:cNvCxnSpPr>
            <a:cxnSpLocks/>
          </p:cNvCxnSpPr>
          <p:nvPr/>
        </p:nvCxnSpPr>
        <p:spPr>
          <a:xfrm>
            <a:off x="8374930" y="1836297"/>
            <a:ext cx="4378" cy="155448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A68611B6-8F50-4B61-F538-5CA35DE3B1CA}"/>
              </a:ext>
            </a:extLst>
          </p:cNvPr>
          <p:cNvSpPr txBox="1"/>
          <p:nvPr/>
        </p:nvSpPr>
        <p:spPr>
          <a:xfrm>
            <a:off x="9325499" y="-59267"/>
            <a:ext cx="14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15D4EBC4-3F18-65D3-36CA-958F27A4F894}"/>
                  </a:ext>
                </a:extLst>
              </p:cNvPr>
              <p:cNvSpPr txBox="1"/>
              <p:nvPr/>
            </p:nvSpPr>
            <p:spPr>
              <a:xfrm rot="5400000">
                <a:off x="7251288" y="825525"/>
                <a:ext cx="99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15D4EBC4-3F18-65D3-36CA-958F27A4F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51288" y="825525"/>
                <a:ext cx="990600" cy="461665"/>
              </a:xfrm>
              <a:prstGeom prst="rect">
                <a:avLst/>
              </a:prstGeom>
              <a:blipFill>
                <a:blip r:embed="rId10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0048D8BD-4AA9-C55A-08E3-C25B5542A837}"/>
              </a:ext>
            </a:extLst>
          </p:cNvPr>
          <p:cNvGrpSpPr/>
          <p:nvPr/>
        </p:nvGrpSpPr>
        <p:grpSpPr>
          <a:xfrm>
            <a:off x="10038905" y="336491"/>
            <a:ext cx="789560" cy="2943902"/>
            <a:chOff x="10032995" y="2928616"/>
            <a:chExt cx="789560" cy="2943902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FE779FF0-1496-358A-0300-D0CEA486E9B3}"/>
                </a:ext>
              </a:extLst>
            </p:cNvPr>
            <p:cNvGrpSpPr/>
            <p:nvPr/>
          </p:nvGrpSpPr>
          <p:grpSpPr>
            <a:xfrm>
              <a:off x="10032995" y="2928616"/>
              <a:ext cx="789560" cy="2943902"/>
              <a:chOff x="10032995" y="2928616"/>
              <a:chExt cx="789560" cy="2943902"/>
            </a:xfrm>
          </p:grpSpPr>
          <p:cxnSp>
            <p:nvCxnSpPr>
              <p:cNvPr id="239" name="Straight Arrow Connector 238">
                <a:extLst>
                  <a:ext uri="{FF2B5EF4-FFF2-40B4-BE49-F238E27FC236}">
                    <a16:creationId xmlns:a16="http://schemas.microsoft.com/office/drawing/2014/main" id="{CF381EB6-7DF5-9CEF-247F-7820B8352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9680" y="5614384"/>
                <a:ext cx="111334" cy="258134"/>
              </a:xfrm>
              <a:prstGeom prst="straightConnector1">
                <a:avLst/>
              </a:prstGeom>
              <a:ln w="12700">
                <a:solidFill>
                  <a:schemeClr val="accent2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CA636943-389F-109C-1665-6FA4E3556E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1785" y="4428315"/>
                <a:ext cx="600770" cy="1369265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55F11447-2AA0-FC23-2A11-1D84CE9C4C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94664" y="2928616"/>
                <a:ext cx="123607" cy="1507122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8F322584-9731-1EEE-759B-5CBBB0D81B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2995" y="4461605"/>
                <a:ext cx="515461" cy="1222849"/>
              </a:xfrm>
              <a:prstGeom prst="straightConnector1">
                <a:avLst/>
              </a:prstGeom>
              <a:ln w="12700">
                <a:solidFill>
                  <a:srgbClr val="9966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88605147-715E-3AF9-F39D-DCABAF53D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1605" y="5405406"/>
                <a:ext cx="180671" cy="444581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DBD453FA-8136-2CE7-7C2E-62BC030EC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1967" y="2984858"/>
              <a:ext cx="164807" cy="1491886"/>
            </a:xfrm>
            <a:prstGeom prst="straightConnector1">
              <a:avLst/>
            </a:prstGeom>
            <a:ln w="12700">
              <a:solidFill>
                <a:srgbClr val="9966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4CD8F981-F501-1D4C-51CD-B6EBDB3E0E2D}"/>
              </a:ext>
            </a:extLst>
          </p:cNvPr>
          <p:cNvCxnSpPr>
            <a:cxnSpLocks/>
          </p:cNvCxnSpPr>
          <p:nvPr/>
        </p:nvCxnSpPr>
        <p:spPr>
          <a:xfrm>
            <a:off x="10046552" y="2609418"/>
            <a:ext cx="0" cy="64815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FF2A989-E0CE-F81D-85A2-13D0F287DBCC}"/>
              </a:ext>
            </a:extLst>
          </p:cNvPr>
          <p:cNvGrpSpPr/>
          <p:nvPr/>
        </p:nvGrpSpPr>
        <p:grpSpPr>
          <a:xfrm flipH="1">
            <a:off x="9258664" y="340198"/>
            <a:ext cx="789560" cy="2943902"/>
            <a:chOff x="10032995" y="2928616"/>
            <a:chExt cx="789560" cy="2943902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20E611F7-47BD-1D8F-C63B-42060CDC988F}"/>
                </a:ext>
              </a:extLst>
            </p:cNvPr>
            <p:cNvGrpSpPr/>
            <p:nvPr/>
          </p:nvGrpSpPr>
          <p:grpSpPr>
            <a:xfrm>
              <a:off x="10032995" y="2928616"/>
              <a:ext cx="789560" cy="2943902"/>
              <a:chOff x="10032995" y="2928616"/>
              <a:chExt cx="789560" cy="2943902"/>
            </a:xfrm>
          </p:grpSpPr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9AC53C08-9A76-E386-C352-68594E6D00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9680" y="5614384"/>
                <a:ext cx="111334" cy="258134"/>
              </a:xfrm>
              <a:prstGeom prst="straightConnector1">
                <a:avLst/>
              </a:prstGeom>
              <a:ln w="12700">
                <a:solidFill>
                  <a:schemeClr val="accent2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Arrow Connector 232">
                <a:extLst>
                  <a:ext uri="{FF2B5EF4-FFF2-40B4-BE49-F238E27FC236}">
                    <a16:creationId xmlns:a16="http://schemas.microsoft.com/office/drawing/2014/main" id="{619A5AB1-A63C-51A4-E580-51DC2057B8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1785" y="4428315"/>
                <a:ext cx="600770" cy="1369265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Arrow Connector 233">
                <a:extLst>
                  <a:ext uri="{FF2B5EF4-FFF2-40B4-BE49-F238E27FC236}">
                    <a16:creationId xmlns:a16="http://schemas.microsoft.com/office/drawing/2014/main" id="{A1536DAD-CD9F-768A-8326-3611838DB8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94664" y="2928616"/>
                <a:ext cx="123607" cy="1507122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Arrow Connector 234">
                <a:extLst>
                  <a:ext uri="{FF2B5EF4-FFF2-40B4-BE49-F238E27FC236}">
                    <a16:creationId xmlns:a16="http://schemas.microsoft.com/office/drawing/2014/main" id="{ED472F45-A43E-1EE5-E404-7CF3247536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2995" y="4461605"/>
                <a:ext cx="515461" cy="1222849"/>
              </a:xfrm>
              <a:prstGeom prst="straightConnector1">
                <a:avLst/>
              </a:prstGeom>
              <a:ln w="12700">
                <a:solidFill>
                  <a:srgbClr val="9966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87E5EA0F-C590-CC9F-0A68-5887074861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1605" y="5405406"/>
                <a:ext cx="180671" cy="444581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65D349FF-0A9C-375C-D7CE-C1518F548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1967" y="2984858"/>
              <a:ext cx="164807" cy="1491886"/>
            </a:xfrm>
            <a:prstGeom prst="straightConnector1">
              <a:avLst/>
            </a:prstGeom>
            <a:ln w="12700">
              <a:solidFill>
                <a:srgbClr val="9966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508F3AD-66DF-92F1-62AE-146FEE26F9A3}"/>
                  </a:ext>
                </a:extLst>
              </p:cNvPr>
              <p:cNvSpPr txBox="1"/>
              <p:nvPr/>
            </p:nvSpPr>
            <p:spPr>
              <a:xfrm rot="5400000">
                <a:off x="7251288" y="2329212"/>
                <a:ext cx="99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508F3AD-66DF-92F1-62AE-146FEE26F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51288" y="2329212"/>
                <a:ext cx="990600" cy="461665"/>
              </a:xfrm>
              <a:prstGeom prst="rect">
                <a:avLst/>
              </a:prstGeom>
              <a:blipFill>
                <a:blip r:embed="rId11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7BF6FAF0-3019-E2C5-5438-1017774DD201}"/>
              </a:ext>
            </a:extLst>
          </p:cNvPr>
          <p:cNvCxnSpPr>
            <a:cxnSpLocks/>
          </p:cNvCxnSpPr>
          <p:nvPr/>
        </p:nvCxnSpPr>
        <p:spPr>
          <a:xfrm>
            <a:off x="7538096" y="1875045"/>
            <a:ext cx="0" cy="137160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615507B-2F34-F14C-1217-8A4863D87D3F}"/>
                  </a:ext>
                </a:extLst>
              </p:cNvPr>
              <p:cNvSpPr txBox="1"/>
              <p:nvPr/>
            </p:nvSpPr>
            <p:spPr>
              <a:xfrm rot="5400000">
                <a:off x="3757638" y="2385588"/>
                <a:ext cx="1283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615507B-2F34-F14C-1217-8A4863D87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757638" y="2385588"/>
                <a:ext cx="1283437" cy="461665"/>
              </a:xfrm>
              <a:prstGeom prst="rect">
                <a:avLst/>
              </a:prstGeom>
              <a:blipFill>
                <a:blip r:embed="rId12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30B7FD92-1A68-E92F-B957-8B875F400116}"/>
              </a:ext>
            </a:extLst>
          </p:cNvPr>
          <p:cNvCxnSpPr>
            <a:cxnSpLocks/>
          </p:cNvCxnSpPr>
          <p:nvPr/>
        </p:nvCxnSpPr>
        <p:spPr>
          <a:xfrm>
            <a:off x="4193455" y="1836297"/>
            <a:ext cx="4378" cy="155448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A2C7469B-1790-F761-BE63-0AED26E7E06C}"/>
              </a:ext>
            </a:extLst>
          </p:cNvPr>
          <p:cNvSpPr txBox="1"/>
          <p:nvPr/>
        </p:nvSpPr>
        <p:spPr>
          <a:xfrm>
            <a:off x="1418573" y="3584837"/>
            <a:ext cx="54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2305190-7156-2264-10BF-C2C5AA28C041}"/>
              </a:ext>
            </a:extLst>
          </p:cNvPr>
          <p:cNvSpPr txBox="1"/>
          <p:nvPr/>
        </p:nvSpPr>
        <p:spPr>
          <a:xfrm>
            <a:off x="5476778" y="3584837"/>
            <a:ext cx="769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DF069BA-7DA9-35EC-81BB-2C43E2BE5A21}"/>
              </a:ext>
            </a:extLst>
          </p:cNvPr>
          <p:cNvSpPr txBox="1"/>
          <p:nvPr/>
        </p:nvSpPr>
        <p:spPr>
          <a:xfrm>
            <a:off x="9667605" y="3584837"/>
            <a:ext cx="769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C7834D9E-7D03-630B-21CB-FCC321AFB35F}"/>
              </a:ext>
            </a:extLst>
          </p:cNvPr>
          <p:cNvCxnSpPr>
            <a:cxnSpLocks/>
          </p:cNvCxnSpPr>
          <p:nvPr/>
        </p:nvCxnSpPr>
        <p:spPr>
          <a:xfrm>
            <a:off x="7001490" y="2771155"/>
            <a:ext cx="7633" cy="48443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10EA6CB8-CB37-07FE-C072-AAA7CBF06A86}"/>
                  </a:ext>
                </a:extLst>
              </p:cNvPr>
              <p:cNvSpPr txBox="1"/>
              <p:nvPr/>
            </p:nvSpPr>
            <p:spPr>
              <a:xfrm rot="5400000">
                <a:off x="6408320" y="2770579"/>
                <a:ext cx="9515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10EA6CB8-CB37-07FE-C072-AAA7CBF06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408320" y="2770579"/>
                <a:ext cx="951589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631386A9-EFDD-FCBC-E3D3-D5CCD21B8532}"/>
                  </a:ext>
                </a:extLst>
              </p:cNvPr>
              <p:cNvSpPr txBox="1"/>
              <p:nvPr/>
            </p:nvSpPr>
            <p:spPr>
              <a:xfrm rot="5400000">
                <a:off x="10517666" y="2789435"/>
                <a:ext cx="9515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6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631386A9-EFDD-FCBC-E3D3-D5CCD21B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517666" y="2789435"/>
                <a:ext cx="951589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DB430FD2-2D81-261B-E3D6-E0590B3AEF69}"/>
              </a:ext>
            </a:extLst>
          </p:cNvPr>
          <p:cNvCxnSpPr>
            <a:cxnSpLocks/>
          </p:cNvCxnSpPr>
          <p:nvPr/>
        </p:nvCxnSpPr>
        <p:spPr>
          <a:xfrm>
            <a:off x="11120263" y="2997401"/>
            <a:ext cx="0" cy="301752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88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41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3</cp:revision>
  <dcterms:created xsi:type="dcterms:W3CDTF">2025-11-12T00:19:30Z</dcterms:created>
  <dcterms:modified xsi:type="dcterms:W3CDTF">2025-11-15T14:36:19Z</dcterms:modified>
</cp:coreProperties>
</file>